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4"/>
  </p:sldMasterIdLst>
  <p:notesMasterIdLst>
    <p:notesMasterId r:id="rId6"/>
  </p:notesMasterIdLst>
  <p:sldIdLst>
    <p:sldId id="3132" r:id="rId5"/>
  </p:sldIdLst>
  <p:sldSz cx="9906000" cy="6858000" type="A4"/>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7D31"/>
    <a:srgbClr val="FF9900"/>
    <a:srgbClr val="4DB538"/>
    <a:srgbClr val="143F6A"/>
    <a:srgbClr val="2B5259"/>
    <a:srgbClr val="FFFFFF"/>
    <a:srgbClr val="242852"/>
    <a:srgbClr val="DBBE0B"/>
    <a:srgbClr val="A4BA1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53226B-EB22-4543-B7E4-1DD24C680294}" v="23" dt="2026-09-28T16:14:19.161"/>
    <p1510:client id="{8E06B3D8-0084-453D-8CA9-777D36C1FA2C}" v="3" dt="2026-09-29T13:54:50.8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95" autoAdjust="0"/>
    <p:restoredTop sz="94673" autoAdjust="0"/>
  </p:normalViewPr>
  <p:slideViewPr>
    <p:cSldViewPr snapToGrid="0">
      <p:cViewPr varScale="1">
        <p:scale>
          <a:sx n="84" d="100"/>
          <a:sy n="84" d="100"/>
        </p:scale>
        <p:origin x="1181" y="72"/>
      </p:cViewPr>
      <p:guideLst/>
    </p:cSldViewPr>
  </p:slideViewPr>
  <p:notesTextViewPr>
    <p:cViewPr>
      <p:scale>
        <a:sx n="1" d="1"/>
        <a:sy n="1" d="1"/>
      </p:scale>
      <p:origin x="0" y="0"/>
    </p:cViewPr>
  </p:notesTextViewPr>
  <p:notesViewPr>
    <p:cSldViewPr snapToGrid="0">
      <p:cViewPr varScale="1">
        <p:scale>
          <a:sx n="107" d="100"/>
          <a:sy n="107" d="100"/>
        </p:scale>
        <p:origin x="1602"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https://nortiainvest.sharepoint.com/sites/NexoCapital/Documents%20partages/Partage/Stagiaire/Pr&#233;sentations/New/Analyse%20Indices%20Propri&#233;taires%20avec%201%20benchmark%20-%20Bouygues.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Perf!$U$6</c:f>
              <c:strCache>
                <c:ptCount val="1"/>
                <c:pt idx="0">
                  <c:v>NSTRAT30</c:v>
                </c:pt>
              </c:strCache>
            </c:strRef>
          </c:tx>
          <c:spPr>
            <a:ln w="28575" cap="rnd">
              <a:solidFill>
                <a:schemeClr val="accent1"/>
              </a:solidFill>
              <a:round/>
            </a:ln>
            <a:effectLst/>
          </c:spPr>
          <c:marker>
            <c:symbol val="none"/>
          </c:marker>
          <c:cat>
            <c:numRef>
              <c:f>Perf!$T$7:$T$3657</c:f>
              <c:numCache>
                <c:formatCode>m/d/yyyy</c:formatCode>
                <c:ptCount val="3651"/>
                <c:pt idx="0">
                  <c:v>42636</c:v>
                </c:pt>
                <c:pt idx="1">
                  <c:v>42637</c:v>
                </c:pt>
                <c:pt idx="2">
                  <c:v>42638</c:v>
                </c:pt>
                <c:pt idx="3">
                  <c:v>42639</c:v>
                </c:pt>
                <c:pt idx="4">
                  <c:v>42640</c:v>
                </c:pt>
                <c:pt idx="5">
                  <c:v>42641</c:v>
                </c:pt>
                <c:pt idx="6">
                  <c:v>42642</c:v>
                </c:pt>
                <c:pt idx="7">
                  <c:v>42643</c:v>
                </c:pt>
                <c:pt idx="8">
                  <c:v>42644</c:v>
                </c:pt>
                <c:pt idx="9">
                  <c:v>42645</c:v>
                </c:pt>
                <c:pt idx="10">
                  <c:v>42646</c:v>
                </c:pt>
                <c:pt idx="11">
                  <c:v>42647</c:v>
                </c:pt>
                <c:pt idx="12">
                  <c:v>42648</c:v>
                </c:pt>
                <c:pt idx="13">
                  <c:v>42649</c:v>
                </c:pt>
                <c:pt idx="14">
                  <c:v>42650</c:v>
                </c:pt>
                <c:pt idx="15">
                  <c:v>42651</c:v>
                </c:pt>
                <c:pt idx="16">
                  <c:v>42652</c:v>
                </c:pt>
                <c:pt idx="17">
                  <c:v>42653</c:v>
                </c:pt>
                <c:pt idx="18">
                  <c:v>42654</c:v>
                </c:pt>
                <c:pt idx="19">
                  <c:v>42655</c:v>
                </c:pt>
                <c:pt idx="20">
                  <c:v>42656</c:v>
                </c:pt>
                <c:pt idx="21">
                  <c:v>42657</c:v>
                </c:pt>
                <c:pt idx="22">
                  <c:v>42658</c:v>
                </c:pt>
                <c:pt idx="23">
                  <c:v>42659</c:v>
                </c:pt>
                <c:pt idx="24">
                  <c:v>42660</c:v>
                </c:pt>
                <c:pt idx="25">
                  <c:v>42661</c:v>
                </c:pt>
                <c:pt idx="26">
                  <c:v>42662</c:v>
                </c:pt>
                <c:pt idx="27">
                  <c:v>42663</c:v>
                </c:pt>
                <c:pt idx="28">
                  <c:v>42664</c:v>
                </c:pt>
                <c:pt idx="29">
                  <c:v>42665</c:v>
                </c:pt>
                <c:pt idx="30">
                  <c:v>42666</c:v>
                </c:pt>
                <c:pt idx="31">
                  <c:v>42667</c:v>
                </c:pt>
                <c:pt idx="32">
                  <c:v>42668</c:v>
                </c:pt>
                <c:pt idx="33">
                  <c:v>42669</c:v>
                </c:pt>
                <c:pt idx="34">
                  <c:v>42670</c:v>
                </c:pt>
                <c:pt idx="35">
                  <c:v>42671</c:v>
                </c:pt>
                <c:pt idx="36">
                  <c:v>42672</c:v>
                </c:pt>
                <c:pt idx="37">
                  <c:v>42673</c:v>
                </c:pt>
                <c:pt idx="38">
                  <c:v>42674</c:v>
                </c:pt>
                <c:pt idx="39">
                  <c:v>42675</c:v>
                </c:pt>
                <c:pt idx="40">
                  <c:v>42676</c:v>
                </c:pt>
                <c:pt idx="41">
                  <c:v>42677</c:v>
                </c:pt>
                <c:pt idx="42">
                  <c:v>42678</c:v>
                </c:pt>
                <c:pt idx="43">
                  <c:v>42679</c:v>
                </c:pt>
                <c:pt idx="44">
                  <c:v>42680</c:v>
                </c:pt>
                <c:pt idx="45">
                  <c:v>42681</c:v>
                </c:pt>
                <c:pt idx="46">
                  <c:v>42682</c:v>
                </c:pt>
                <c:pt idx="47">
                  <c:v>42683</c:v>
                </c:pt>
                <c:pt idx="48">
                  <c:v>42684</c:v>
                </c:pt>
                <c:pt idx="49">
                  <c:v>42685</c:v>
                </c:pt>
                <c:pt idx="50">
                  <c:v>42686</c:v>
                </c:pt>
                <c:pt idx="51">
                  <c:v>42687</c:v>
                </c:pt>
                <c:pt idx="52">
                  <c:v>42688</c:v>
                </c:pt>
                <c:pt idx="53">
                  <c:v>42689</c:v>
                </c:pt>
                <c:pt idx="54">
                  <c:v>42690</c:v>
                </c:pt>
                <c:pt idx="55">
                  <c:v>42691</c:v>
                </c:pt>
                <c:pt idx="56">
                  <c:v>42692</c:v>
                </c:pt>
                <c:pt idx="57">
                  <c:v>42693</c:v>
                </c:pt>
                <c:pt idx="58">
                  <c:v>42694</c:v>
                </c:pt>
                <c:pt idx="59">
                  <c:v>42695</c:v>
                </c:pt>
                <c:pt idx="60">
                  <c:v>42696</c:v>
                </c:pt>
                <c:pt idx="61">
                  <c:v>42697</c:v>
                </c:pt>
                <c:pt idx="62">
                  <c:v>42698</c:v>
                </c:pt>
                <c:pt idx="63">
                  <c:v>42699</c:v>
                </c:pt>
                <c:pt idx="64">
                  <c:v>42700</c:v>
                </c:pt>
                <c:pt idx="65">
                  <c:v>42701</c:v>
                </c:pt>
                <c:pt idx="66">
                  <c:v>42702</c:v>
                </c:pt>
                <c:pt idx="67">
                  <c:v>42703</c:v>
                </c:pt>
                <c:pt idx="68">
                  <c:v>42704</c:v>
                </c:pt>
                <c:pt idx="69">
                  <c:v>42705</c:v>
                </c:pt>
                <c:pt idx="70">
                  <c:v>42706</c:v>
                </c:pt>
                <c:pt idx="71">
                  <c:v>42707</c:v>
                </c:pt>
                <c:pt idx="72">
                  <c:v>42708</c:v>
                </c:pt>
                <c:pt idx="73">
                  <c:v>42709</c:v>
                </c:pt>
                <c:pt idx="74">
                  <c:v>42710</c:v>
                </c:pt>
                <c:pt idx="75">
                  <c:v>42711</c:v>
                </c:pt>
                <c:pt idx="76">
                  <c:v>42712</c:v>
                </c:pt>
                <c:pt idx="77">
                  <c:v>42713</c:v>
                </c:pt>
                <c:pt idx="78">
                  <c:v>42714</c:v>
                </c:pt>
                <c:pt idx="79">
                  <c:v>42715</c:v>
                </c:pt>
                <c:pt idx="80">
                  <c:v>42716</c:v>
                </c:pt>
                <c:pt idx="81">
                  <c:v>42717</c:v>
                </c:pt>
                <c:pt idx="82">
                  <c:v>42718</c:v>
                </c:pt>
                <c:pt idx="83">
                  <c:v>42719</c:v>
                </c:pt>
                <c:pt idx="84">
                  <c:v>42720</c:v>
                </c:pt>
                <c:pt idx="85">
                  <c:v>42721</c:v>
                </c:pt>
                <c:pt idx="86">
                  <c:v>42722</c:v>
                </c:pt>
                <c:pt idx="87">
                  <c:v>42723</c:v>
                </c:pt>
                <c:pt idx="88">
                  <c:v>42724</c:v>
                </c:pt>
                <c:pt idx="89">
                  <c:v>42725</c:v>
                </c:pt>
                <c:pt idx="90">
                  <c:v>42726</c:v>
                </c:pt>
                <c:pt idx="91">
                  <c:v>42727</c:v>
                </c:pt>
                <c:pt idx="92">
                  <c:v>42728</c:v>
                </c:pt>
                <c:pt idx="93">
                  <c:v>42729</c:v>
                </c:pt>
                <c:pt idx="94">
                  <c:v>42730</c:v>
                </c:pt>
                <c:pt idx="95">
                  <c:v>42731</c:v>
                </c:pt>
                <c:pt idx="96">
                  <c:v>42732</c:v>
                </c:pt>
                <c:pt idx="97">
                  <c:v>42733</c:v>
                </c:pt>
                <c:pt idx="98">
                  <c:v>42734</c:v>
                </c:pt>
                <c:pt idx="99">
                  <c:v>42735</c:v>
                </c:pt>
                <c:pt idx="100">
                  <c:v>42736</c:v>
                </c:pt>
                <c:pt idx="101">
                  <c:v>42737</c:v>
                </c:pt>
                <c:pt idx="102">
                  <c:v>42738</c:v>
                </c:pt>
                <c:pt idx="103">
                  <c:v>42739</c:v>
                </c:pt>
                <c:pt idx="104">
                  <c:v>42740</c:v>
                </c:pt>
                <c:pt idx="105">
                  <c:v>42741</c:v>
                </c:pt>
                <c:pt idx="106">
                  <c:v>42742</c:v>
                </c:pt>
                <c:pt idx="107">
                  <c:v>42743</c:v>
                </c:pt>
                <c:pt idx="108">
                  <c:v>42744</c:v>
                </c:pt>
                <c:pt idx="109">
                  <c:v>42745</c:v>
                </c:pt>
                <c:pt idx="110">
                  <c:v>42746</c:v>
                </c:pt>
                <c:pt idx="111">
                  <c:v>42747</c:v>
                </c:pt>
                <c:pt idx="112">
                  <c:v>42748</c:v>
                </c:pt>
                <c:pt idx="113">
                  <c:v>42749</c:v>
                </c:pt>
                <c:pt idx="114">
                  <c:v>42750</c:v>
                </c:pt>
                <c:pt idx="115">
                  <c:v>42751</c:v>
                </c:pt>
                <c:pt idx="116">
                  <c:v>42752</c:v>
                </c:pt>
                <c:pt idx="117">
                  <c:v>42753</c:v>
                </c:pt>
                <c:pt idx="118">
                  <c:v>42754</c:v>
                </c:pt>
                <c:pt idx="119">
                  <c:v>42755</c:v>
                </c:pt>
                <c:pt idx="120">
                  <c:v>42756</c:v>
                </c:pt>
                <c:pt idx="121">
                  <c:v>42757</c:v>
                </c:pt>
                <c:pt idx="122">
                  <c:v>42758</c:v>
                </c:pt>
                <c:pt idx="123">
                  <c:v>42759</c:v>
                </c:pt>
                <c:pt idx="124">
                  <c:v>42760</c:v>
                </c:pt>
                <c:pt idx="125">
                  <c:v>42761</c:v>
                </c:pt>
                <c:pt idx="126">
                  <c:v>42762</c:v>
                </c:pt>
                <c:pt idx="127">
                  <c:v>42763</c:v>
                </c:pt>
                <c:pt idx="128">
                  <c:v>42764</c:v>
                </c:pt>
                <c:pt idx="129">
                  <c:v>42765</c:v>
                </c:pt>
                <c:pt idx="130">
                  <c:v>42766</c:v>
                </c:pt>
                <c:pt idx="131">
                  <c:v>42767</c:v>
                </c:pt>
                <c:pt idx="132">
                  <c:v>42768</c:v>
                </c:pt>
                <c:pt idx="133">
                  <c:v>42769</c:v>
                </c:pt>
                <c:pt idx="134">
                  <c:v>42770</c:v>
                </c:pt>
                <c:pt idx="135">
                  <c:v>42771</c:v>
                </c:pt>
                <c:pt idx="136">
                  <c:v>42772</c:v>
                </c:pt>
                <c:pt idx="137">
                  <c:v>42773</c:v>
                </c:pt>
                <c:pt idx="138">
                  <c:v>42774</c:v>
                </c:pt>
                <c:pt idx="139">
                  <c:v>42775</c:v>
                </c:pt>
                <c:pt idx="140">
                  <c:v>42776</c:v>
                </c:pt>
                <c:pt idx="141">
                  <c:v>42777</c:v>
                </c:pt>
                <c:pt idx="142">
                  <c:v>42778</c:v>
                </c:pt>
                <c:pt idx="143">
                  <c:v>42779</c:v>
                </c:pt>
                <c:pt idx="144">
                  <c:v>42780</c:v>
                </c:pt>
                <c:pt idx="145">
                  <c:v>42781</c:v>
                </c:pt>
                <c:pt idx="146">
                  <c:v>42782</c:v>
                </c:pt>
                <c:pt idx="147">
                  <c:v>42783</c:v>
                </c:pt>
                <c:pt idx="148">
                  <c:v>42784</c:v>
                </c:pt>
                <c:pt idx="149">
                  <c:v>42785</c:v>
                </c:pt>
                <c:pt idx="150">
                  <c:v>42786</c:v>
                </c:pt>
                <c:pt idx="151">
                  <c:v>42787</c:v>
                </c:pt>
                <c:pt idx="152">
                  <c:v>42788</c:v>
                </c:pt>
                <c:pt idx="153">
                  <c:v>42789</c:v>
                </c:pt>
                <c:pt idx="154">
                  <c:v>42790</c:v>
                </c:pt>
                <c:pt idx="155">
                  <c:v>42791</c:v>
                </c:pt>
                <c:pt idx="156">
                  <c:v>42792</c:v>
                </c:pt>
                <c:pt idx="157">
                  <c:v>42793</c:v>
                </c:pt>
                <c:pt idx="158">
                  <c:v>42794</c:v>
                </c:pt>
                <c:pt idx="159">
                  <c:v>42795</c:v>
                </c:pt>
                <c:pt idx="160">
                  <c:v>42796</c:v>
                </c:pt>
                <c:pt idx="161">
                  <c:v>42797</c:v>
                </c:pt>
                <c:pt idx="162">
                  <c:v>42798</c:v>
                </c:pt>
                <c:pt idx="163">
                  <c:v>42799</c:v>
                </c:pt>
                <c:pt idx="164">
                  <c:v>42800</c:v>
                </c:pt>
                <c:pt idx="165">
                  <c:v>42801</c:v>
                </c:pt>
                <c:pt idx="166">
                  <c:v>42802</c:v>
                </c:pt>
                <c:pt idx="167">
                  <c:v>42803</c:v>
                </c:pt>
                <c:pt idx="168">
                  <c:v>42804</c:v>
                </c:pt>
                <c:pt idx="169">
                  <c:v>42805</c:v>
                </c:pt>
                <c:pt idx="170">
                  <c:v>42806</c:v>
                </c:pt>
                <c:pt idx="171">
                  <c:v>42807</c:v>
                </c:pt>
                <c:pt idx="172">
                  <c:v>42808</c:v>
                </c:pt>
                <c:pt idx="173">
                  <c:v>42809</c:v>
                </c:pt>
                <c:pt idx="174">
                  <c:v>42810</c:v>
                </c:pt>
                <c:pt idx="175">
                  <c:v>42811</c:v>
                </c:pt>
                <c:pt idx="176">
                  <c:v>42812</c:v>
                </c:pt>
                <c:pt idx="177">
                  <c:v>42813</c:v>
                </c:pt>
                <c:pt idx="178">
                  <c:v>42814</c:v>
                </c:pt>
                <c:pt idx="179">
                  <c:v>42815</c:v>
                </c:pt>
                <c:pt idx="180">
                  <c:v>42816</c:v>
                </c:pt>
                <c:pt idx="181">
                  <c:v>42817</c:v>
                </c:pt>
                <c:pt idx="182">
                  <c:v>42818</c:v>
                </c:pt>
                <c:pt idx="183">
                  <c:v>42819</c:v>
                </c:pt>
                <c:pt idx="184">
                  <c:v>42820</c:v>
                </c:pt>
                <c:pt idx="185">
                  <c:v>42821</c:v>
                </c:pt>
                <c:pt idx="186">
                  <c:v>42822</c:v>
                </c:pt>
                <c:pt idx="187">
                  <c:v>42823</c:v>
                </c:pt>
                <c:pt idx="188">
                  <c:v>42824</c:v>
                </c:pt>
                <c:pt idx="189">
                  <c:v>42825</c:v>
                </c:pt>
                <c:pt idx="190">
                  <c:v>42826</c:v>
                </c:pt>
                <c:pt idx="191">
                  <c:v>42827</c:v>
                </c:pt>
                <c:pt idx="192">
                  <c:v>42828</c:v>
                </c:pt>
                <c:pt idx="193">
                  <c:v>42829</c:v>
                </c:pt>
                <c:pt idx="194">
                  <c:v>42830</c:v>
                </c:pt>
                <c:pt idx="195">
                  <c:v>42831</c:v>
                </c:pt>
                <c:pt idx="196">
                  <c:v>42832</c:v>
                </c:pt>
                <c:pt idx="197">
                  <c:v>42833</c:v>
                </c:pt>
                <c:pt idx="198">
                  <c:v>42834</c:v>
                </c:pt>
                <c:pt idx="199">
                  <c:v>42835</c:v>
                </c:pt>
                <c:pt idx="200">
                  <c:v>42836</c:v>
                </c:pt>
                <c:pt idx="201">
                  <c:v>42837</c:v>
                </c:pt>
                <c:pt idx="202">
                  <c:v>42838</c:v>
                </c:pt>
                <c:pt idx="203">
                  <c:v>42839</c:v>
                </c:pt>
                <c:pt idx="204">
                  <c:v>42840</c:v>
                </c:pt>
                <c:pt idx="205">
                  <c:v>42841</c:v>
                </c:pt>
                <c:pt idx="206">
                  <c:v>42842</c:v>
                </c:pt>
                <c:pt idx="207">
                  <c:v>42843</c:v>
                </c:pt>
                <c:pt idx="208">
                  <c:v>42844</c:v>
                </c:pt>
                <c:pt idx="209">
                  <c:v>42845</c:v>
                </c:pt>
                <c:pt idx="210">
                  <c:v>42846</c:v>
                </c:pt>
                <c:pt idx="211">
                  <c:v>42847</c:v>
                </c:pt>
                <c:pt idx="212">
                  <c:v>42848</c:v>
                </c:pt>
                <c:pt idx="213">
                  <c:v>42849</c:v>
                </c:pt>
                <c:pt idx="214">
                  <c:v>42850</c:v>
                </c:pt>
                <c:pt idx="215">
                  <c:v>42851</c:v>
                </c:pt>
                <c:pt idx="216">
                  <c:v>42852</c:v>
                </c:pt>
                <c:pt idx="217">
                  <c:v>42853</c:v>
                </c:pt>
                <c:pt idx="218">
                  <c:v>42854</c:v>
                </c:pt>
                <c:pt idx="219">
                  <c:v>42855</c:v>
                </c:pt>
                <c:pt idx="220">
                  <c:v>42856</c:v>
                </c:pt>
                <c:pt idx="221">
                  <c:v>42857</c:v>
                </c:pt>
                <c:pt idx="222">
                  <c:v>42858</c:v>
                </c:pt>
                <c:pt idx="223">
                  <c:v>42859</c:v>
                </c:pt>
                <c:pt idx="224">
                  <c:v>42860</c:v>
                </c:pt>
                <c:pt idx="225">
                  <c:v>42861</c:v>
                </c:pt>
                <c:pt idx="226">
                  <c:v>42862</c:v>
                </c:pt>
                <c:pt idx="227">
                  <c:v>42863</c:v>
                </c:pt>
                <c:pt idx="228">
                  <c:v>42864</c:v>
                </c:pt>
                <c:pt idx="229">
                  <c:v>42865</c:v>
                </c:pt>
                <c:pt idx="230">
                  <c:v>42866</c:v>
                </c:pt>
                <c:pt idx="231">
                  <c:v>42867</c:v>
                </c:pt>
                <c:pt idx="232">
                  <c:v>42868</c:v>
                </c:pt>
                <c:pt idx="233">
                  <c:v>42869</c:v>
                </c:pt>
                <c:pt idx="234">
                  <c:v>42870</c:v>
                </c:pt>
                <c:pt idx="235">
                  <c:v>42871</c:v>
                </c:pt>
                <c:pt idx="236">
                  <c:v>42872</c:v>
                </c:pt>
                <c:pt idx="237">
                  <c:v>42873</c:v>
                </c:pt>
                <c:pt idx="238">
                  <c:v>42874</c:v>
                </c:pt>
                <c:pt idx="239">
                  <c:v>42875</c:v>
                </c:pt>
                <c:pt idx="240">
                  <c:v>42876</c:v>
                </c:pt>
                <c:pt idx="241">
                  <c:v>42877</c:v>
                </c:pt>
                <c:pt idx="242">
                  <c:v>42878</c:v>
                </c:pt>
                <c:pt idx="243">
                  <c:v>42879</c:v>
                </c:pt>
                <c:pt idx="244">
                  <c:v>42880</c:v>
                </c:pt>
                <c:pt idx="245">
                  <c:v>42881</c:v>
                </c:pt>
                <c:pt idx="246">
                  <c:v>42882</c:v>
                </c:pt>
                <c:pt idx="247">
                  <c:v>42883</c:v>
                </c:pt>
                <c:pt idx="248">
                  <c:v>42884</c:v>
                </c:pt>
                <c:pt idx="249">
                  <c:v>42885</c:v>
                </c:pt>
                <c:pt idx="250">
                  <c:v>42886</c:v>
                </c:pt>
                <c:pt idx="251">
                  <c:v>42887</c:v>
                </c:pt>
                <c:pt idx="252">
                  <c:v>42888</c:v>
                </c:pt>
                <c:pt idx="253">
                  <c:v>42889</c:v>
                </c:pt>
                <c:pt idx="254">
                  <c:v>42890</c:v>
                </c:pt>
                <c:pt idx="255">
                  <c:v>42891</c:v>
                </c:pt>
                <c:pt idx="256">
                  <c:v>42892</c:v>
                </c:pt>
                <c:pt idx="257">
                  <c:v>42893</c:v>
                </c:pt>
                <c:pt idx="258">
                  <c:v>42894</c:v>
                </c:pt>
                <c:pt idx="259">
                  <c:v>42895</c:v>
                </c:pt>
                <c:pt idx="260">
                  <c:v>42896</c:v>
                </c:pt>
                <c:pt idx="261">
                  <c:v>42897</c:v>
                </c:pt>
                <c:pt idx="262">
                  <c:v>42898</c:v>
                </c:pt>
                <c:pt idx="263">
                  <c:v>42899</c:v>
                </c:pt>
                <c:pt idx="264">
                  <c:v>42900</c:v>
                </c:pt>
                <c:pt idx="265">
                  <c:v>42901</c:v>
                </c:pt>
                <c:pt idx="266">
                  <c:v>42902</c:v>
                </c:pt>
                <c:pt idx="267">
                  <c:v>42903</c:v>
                </c:pt>
                <c:pt idx="268">
                  <c:v>42904</c:v>
                </c:pt>
                <c:pt idx="269">
                  <c:v>42905</c:v>
                </c:pt>
                <c:pt idx="270">
                  <c:v>42906</c:v>
                </c:pt>
                <c:pt idx="271">
                  <c:v>42907</c:v>
                </c:pt>
                <c:pt idx="272">
                  <c:v>42908</c:v>
                </c:pt>
                <c:pt idx="273">
                  <c:v>42909</c:v>
                </c:pt>
                <c:pt idx="274">
                  <c:v>42910</c:v>
                </c:pt>
                <c:pt idx="275">
                  <c:v>42911</c:v>
                </c:pt>
                <c:pt idx="276">
                  <c:v>42912</c:v>
                </c:pt>
                <c:pt idx="277">
                  <c:v>42913</c:v>
                </c:pt>
                <c:pt idx="278">
                  <c:v>42914</c:v>
                </c:pt>
                <c:pt idx="279">
                  <c:v>42915</c:v>
                </c:pt>
                <c:pt idx="280">
                  <c:v>42916</c:v>
                </c:pt>
                <c:pt idx="281">
                  <c:v>42917</c:v>
                </c:pt>
                <c:pt idx="282">
                  <c:v>42918</c:v>
                </c:pt>
                <c:pt idx="283">
                  <c:v>42919</c:v>
                </c:pt>
                <c:pt idx="284">
                  <c:v>42920</c:v>
                </c:pt>
                <c:pt idx="285">
                  <c:v>42921</c:v>
                </c:pt>
                <c:pt idx="286">
                  <c:v>42922</c:v>
                </c:pt>
                <c:pt idx="287">
                  <c:v>42923</c:v>
                </c:pt>
                <c:pt idx="288">
                  <c:v>42924</c:v>
                </c:pt>
                <c:pt idx="289">
                  <c:v>42925</c:v>
                </c:pt>
                <c:pt idx="290">
                  <c:v>42926</c:v>
                </c:pt>
                <c:pt idx="291">
                  <c:v>42927</c:v>
                </c:pt>
                <c:pt idx="292">
                  <c:v>42928</c:v>
                </c:pt>
                <c:pt idx="293">
                  <c:v>42929</c:v>
                </c:pt>
                <c:pt idx="294">
                  <c:v>42930</c:v>
                </c:pt>
                <c:pt idx="295">
                  <c:v>42931</c:v>
                </c:pt>
                <c:pt idx="296">
                  <c:v>42932</c:v>
                </c:pt>
                <c:pt idx="297">
                  <c:v>42933</c:v>
                </c:pt>
                <c:pt idx="298">
                  <c:v>42934</c:v>
                </c:pt>
                <c:pt idx="299">
                  <c:v>42935</c:v>
                </c:pt>
                <c:pt idx="300">
                  <c:v>42936</c:v>
                </c:pt>
                <c:pt idx="301">
                  <c:v>42937</c:v>
                </c:pt>
                <c:pt idx="302">
                  <c:v>42938</c:v>
                </c:pt>
                <c:pt idx="303">
                  <c:v>42939</c:v>
                </c:pt>
                <c:pt idx="304">
                  <c:v>42940</c:v>
                </c:pt>
                <c:pt idx="305">
                  <c:v>42941</c:v>
                </c:pt>
                <c:pt idx="306">
                  <c:v>42942</c:v>
                </c:pt>
                <c:pt idx="307">
                  <c:v>42943</c:v>
                </c:pt>
                <c:pt idx="308">
                  <c:v>42944</c:v>
                </c:pt>
                <c:pt idx="309">
                  <c:v>42945</c:v>
                </c:pt>
                <c:pt idx="310">
                  <c:v>42946</c:v>
                </c:pt>
                <c:pt idx="311">
                  <c:v>42947</c:v>
                </c:pt>
                <c:pt idx="312">
                  <c:v>42948</c:v>
                </c:pt>
                <c:pt idx="313">
                  <c:v>42949</c:v>
                </c:pt>
                <c:pt idx="314">
                  <c:v>42950</c:v>
                </c:pt>
                <c:pt idx="315">
                  <c:v>42951</c:v>
                </c:pt>
                <c:pt idx="316">
                  <c:v>42952</c:v>
                </c:pt>
                <c:pt idx="317">
                  <c:v>42953</c:v>
                </c:pt>
                <c:pt idx="318">
                  <c:v>42954</c:v>
                </c:pt>
                <c:pt idx="319">
                  <c:v>42955</c:v>
                </c:pt>
                <c:pt idx="320">
                  <c:v>42956</c:v>
                </c:pt>
                <c:pt idx="321">
                  <c:v>42957</c:v>
                </c:pt>
                <c:pt idx="322">
                  <c:v>42958</c:v>
                </c:pt>
                <c:pt idx="323">
                  <c:v>42959</c:v>
                </c:pt>
                <c:pt idx="324">
                  <c:v>42960</c:v>
                </c:pt>
                <c:pt idx="325">
                  <c:v>42961</c:v>
                </c:pt>
                <c:pt idx="326">
                  <c:v>42962</c:v>
                </c:pt>
                <c:pt idx="327">
                  <c:v>42963</c:v>
                </c:pt>
                <c:pt idx="328">
                  <c:v>42964</c:v>
                </c:pt>
                <c:pt idx="329">
                  <c:v>42965</c:v>
                </c:pt>
                <c:pt idx="330">
                  <c:v>42966</c:v>
                </c:pt>
                <c:pt idx="331">
                  <c:v>42967</c:v>
                </c:pt>
                <c:pt idx="332">
                  <c:v>42968</c:v>
                </c:pt>
                <c:pt idx="333">
                  <c:v>42969</c:v>
                </c:pt>
                <c:pt idx="334">
                  <c:v>42970</c:v>
                </c:pt>
                <c:pt idx="335">
                  <c:v>42971</c:v>
                </c:pt>
                <c:pt idx="336">
                  <c:v>42972</c:v>
                </c:pt>
                <c:pt idx="337">
                  <c:v>42973</c:v>
                </c:pt>
                <c:pt idx="338">
                  <c:v>42974</c:v>
                </c:pt>
                <c:pt idx="339">
                  <c:v>42975</c:v>
                </c:pt>
                <c:pt idx="340">
                  <c:v>42976</c:v>
                </c:pt>
                <c:pt idx="341">
                  <c:v>42977</c:v>
                </c:pt>
                <c:pt idx="342">
                  <c:v>42978</c:v>
                </c:pt>
                <c:pt idx="343">
                  <c:v>42979</c:v>
                </c:pt>
                <c:pt idx="344">
                  <c:v>42980</c:v>
                </c:pt>
                <c:pt idx="345">
                  <c:v>42981</c:v>
                </c:pt>
                <c:pt idx="346">
                  <c:v>42982</c:v>
                </c:pt>
                <c:pt idx="347">
                  <c:v>42983</c:v>
                </c:pt>
                <c:pt idx="348">
                  <c:v>42984</c:v>
                </c:pt>
                <c:pt idx="349">
                  <c:v>42985</c:v>
                </c:pt>
                <c:pt idx="350">
                  <c:v>42986</c:v>
                </c:pt>
                <c:pt idx="351">
                  <c:v>42987</c:v>
                </c:pt>
                <c:pt idx="352">
                  <c:v>42988</c:v>
                </c:pt>
                <c:pt idx="353">
                  <c:v>42989</c:v>
                </c:pt>
                <c:pt idx="354">
                  <c:v>42990</c:v>
                </c:pt>
                <c:pt idx="355">
                  <c:v>42991</c:v>
                </c:pt>
                <c:pt idx="356">
                  <c:v>42992</c:v>
                </c:pt>
                <c:pt idx="357">
                  <c:v>42993</c:v>
                </c:pt>
                <c:pt idx="358">
                  <c:v>42994</c:v>
                </c:pt>
                <c:pt idx="359">
                  <c:v>42995</c:v>
                </c:pt>
                <c:pt idx="360">
                  <c:v>42996</c:v>
                </c:pt>
                <c:pt idx="361">
                  <c:v>42997</c:v>
                </c:pt>
                <c:pt idx="362">
                  <c:v>42998</c:v>
                </c:pt>
                <c:pt idx="363">
                  <c:v>42999</c:v>
                </c:pt>
                <c:pt idx="364">
                  <c:v>43000</c:v>
                </c:pt>
                <c:pt idx="365">
                  <c:v>43001</c:v>
                </c:pt>
                <c:pt idx="366">
                  <c:v>43002</c:v>
                </c:pt>
                <c:pt idx="367">
                  <c:v>43003</c:v>
                </c:pt>
                <c:pt idx="368">
                  <c:v>43004</c:v>
                </c:pt>
                <c:pt idx="369">
                  <c:v>43005</c:v>
                </c:pt>
                <c:pt idx="370">
                  <c:v>43006</c:v>
                </c:pt>
                <c:pt idx="371">
                  <c:v>43007</c:v>
                </c:pt>
                <c:pt idx="372">
                  <c:v>43008</c:v>
                </c:pt>
                <c:pt idx="373">
                  <c:v>43009</c:v>
                </c:pt>
                <c:pt idx="374">
                  <c:v>43010</c:v>
                </c:pt>
                <c:pt idx="375">
                  <c:v>43011</c:v>
                </c:pt>
                <c:pt idx="376">
                  <c:v>43012</c:v>
                </c:pt>
                <c:pt idx="377">
                  <c:v>43013</c:v>
                </c:pt>
                <c:pt idx="378">
                  <c:v>43014</c:v>
                </c:pt>
                <c:pt idx="379">
                  <c:v>43015</c:v>
                </c:pt>
                <c:pt idx="380">
                  <c:v>43016</c:v>
                </c:pt>
                <c:pt idx="381">
                  <c:v>43017</c:v>
                </c:pt>
                <c:pt idx="382">
                  <c:v>43018</c:v>
                </c:pt>
                <c:pt idx="383">
                  <c:v>43019</c:v>
                </c:pt>
                <c:pt idx="384">
                  <c:v>43020</c:v>
                </c:pt>
                <c:pt idx="385">
                  <c:v>43021</c:v>
                </c:pt>
                <c:pt idx="386">
                  <c:v>43022</c:v>
                </c:pt>
                <c:pt idx="387">
                  <c:v>43023</c:v>
                </c:pt>
                <c:pt idx="388">
                  <c:v>43024</c:v>
                </c:pt>
                <c:pt idx="389">
                  <c:v>43025</c:v>
                </c:pt>
                <c:pt idx="390">
                  <c:v>43026</c:v>
                </c:pt>
                <c:pt idx="391">
                  <c:v>43027</c:v>
                </c:pt>
                <c:pt idx="392">
                  <c:v>43028</c:v>
                </c:pt>
                <c:pt idx="393">
                  <c:v>43029</c:v>
                </c:pt>
                <c:pt idx="394">
                  <c:v>43030</c:v>
                </c:pt>
                <c:pt idx="395">
                  <c:v>43031</c:v>
                </c:pt>
                <c:pt idx="396">
                  <c:v>43032</c:v>
                </c:pt>
                <c:pt idx="397">
                  <c:v>43033</c:v>
                </c:pt>
                <c:pt idx="398">
                  <c:v>43034</c:v>
                </c:pt>
                <c:pt idx="399">
                  <c:v>43035</c:v>
                </c:pt>
                <c:pt idx="400">
                  <c:v>43036</c:v>
                </c:pt>
                <c:pt idx="401">
                  <c:v>43037</c:v>
                </c:pt>
                <c:pt idx="402">
                  <c:v>43038</c:v>
                </c:pt>
                <c:pt idx="403">
                  <c:v>43039</c:v>
                </c:pt>
                <c:pt idx="404">
                  <c:v>43040</c:v>
                </c:pt>
                <c:pt idx="405">
                  <c:v>43041</c:v>
                </c:pt>
                <c:pt idx="406">
                  <c:v>43042</c:v>
                </c:pt>
                <c:pt idx="407">
                  <c:v>43043</c:v>
                </c:pt>
                <c:pt idx="408">
                  <c:v>43044</c:v>
                </c:pt>
                <c:pt idx="409">
                  <c:v>43045</c:v>
                </c:pt>
                <c:pt idx="410">
                  <c:v>43046</c:v>
                </c:pt>
                <c:pt idx="411">
                  <c:v>43047</c:v>
                </c:pt>
                <c:pt idx="412">
                  <c:v>43048</c:v>
                </c:pt>
                <c:pt idx="413">
                  <c:v>43049</c:v>
                </c:pt>
                <c:pt idx="414">
                  <c:v>43050</c:v>
                </c:pt>
                <c:pt idx="415">
                  <c:v>43051</c:v>
                </c:pt>
                <c:pt idx="416">
                  <c:v>43052</c:v>
                </c:pt>
                <c:pt idx="417">
                  <c:v>43053</c:v>
                </c:pt>
                <c:pt idx="418">
                  <c:v>43054</c:v>
                </c:pt>
                <c:pt idx="419">
                  <c:v>43055</c:v>
                </c:pt>
                <c:pt idx="420">
                  <c:v>43056</c:v>
                </c:pt>
                <c:pt idx="421">
                  <c:v>43057</c:v>
                </c:pt>
                <c:pt idx="422">
                  <c:v>43058</c:v>
                </c:pt>
                <c:pt idx="423">
                  <c:v>43059</c:v>
                </c:pt>
                <c:pt idx="424">
                  <c:v>43060</c:v>
                </c:pt>
                <c:pt idx="425">
                  <c:v>43061</c:v>
                </c:pt>
                <c:pt idx="426">
                  <c:v>43062</c:v>
                </c:pt>
                <c:pt idx="427">
                  <c:v>43063</c:v>
                </c:pt>
                <c:pt idx="428">
                  <c:v>43064</c:v>
                </c:pt>
                <c:pt idx="429">
                  <c:v>43065</c:v>
                </c:pt>
                <c:pt idx="430">
                  <c:v>43066</c:v>
                </c:pt>
                <c:pt idx="431">
                  <c:v>43067</c:v>
                </c:pt>
                <c:pt idx="432">
                  <c:v>43068</c:v>
                </c:pt>
                <c:pt idx="433">
                  <c:v>43069</c:v>
                </c:pt>
                <c:pt idx="434">
                  <c:v>43070</c:v>
                </c:pt>
                <c:pt idx="435">
                  <c:v>43071</c:v>
                </c:pt>
                <c:pt idx="436">
                  <c:v>43072</c:v>
                </c:pt>
                <c:pt idx="437">
                  <c:v>43073</c:v>
                </c:pt>
                <c:pt idx="438">
                  <c:v>43074</c:v>
                </c:pt>
                <c:pt idx="439">
                  <c:v>43075</c:v>
                </c:pt>
                <c:pt idx="440">
                  <c:v>43076</c:v>
                </c:pt>
                <c:pt idx="441">
                  <c:v>43077</c:v>
                </c:pt>
                <c:pt idx="442">
                  <c:v>43078</c:v>
                </c:pt>
                <c:pt idx="443">
                  <c:v>43079</c:v>
                </c:pt>
                <c:pt idx="444">
                  <c:v>43080</c:v>
                </c:pt>
                <c:pt idx="445">
                  <c:v>43081</c:v>
                </c:pt>
                <c:pt idx="446">
                  <c:v>43082</c:v>
                </c:pt>
                <c:pt idx="447">
                  <c:v>43083</c:v>
                </c:pt>
                <c:pt idx="448">
                  <c:v>43084</c:v>
                </c:pt>
                <c:pt idx="449">
                  <c:v>43085</c:v>
                </c:pt>
                <c:pt idx="450">
                  <c:v>43086</c:v>
                </c:pt>
                <c:pt idx="451">
                  <c:v>43087</c:v>
                </c:pt>
                <c:pt idx="452">
                  <c:v>43088</c:v>
                </c:pt>
                <c:pt idx="453">
                  <c:v>43089</c:v>
                </c:pt>
                <c:pt idx="454">
                  <c:v>43090</c:v>
                </c:pt>
                <c:pt idx="455">
                  <c:v>43091</c:v>
                </c:pt>
                <c:pt idx="456">
                  <c:v>43092</c:v>
                </c:pt>
                <c:pt idx="457">
                  <c:v>43093</c:v>
                </c:pt>
                <c:pt idx="458">
                  <c:v>43094</c:v>
                </c:pt>
                <c:pt idx="459">
                  <c:v>43095</c:v>
                </c:pt>
                <c:pt idx="460">
                  <c:v>43096</c:v>
                </c:pt>
                <c:pt idx="461">
                  <c:v>43097</c:v>
                </c:pt>
                <c:pt idx="462">
                  <c:v>43098</c:v>
                </c:pt>
                <c:pt idx="463">
                  <c:v>43099</c:v>
                </c:pt>
                <c:pt idx="464">
                  <c:v>43100</c:v>
                </c:pt>
                <c:pt idx="465">
                  <c:v>43101</c:v>
                </c:pt>
                <c:pt idx="466">
                  <c:v>43102</c:v>
                </c:pt>
                <c:pt idx="467">
                  <c:v>43103</c:v>
                </c:pt>
                <c:pt idx="468">
                  <c:v>43104</c:v>
                </c:pt>
                <c:pt idx="469">
                  <c:v>43105</c:v>
                </c:pt>
                <c:pt idx="470">
                  <c:v>43106</c:v>
                </c:pt>
                <c:pt idx="471">
                  <c:v>43107</c:v>
                </c:pt>
                <c:pt idx="472">
                  <c:v>43108</c:v>
                </c:pt>
                <c:pt idx="473">
                  <c:v>43109</c:v>
                </c:pt>
                <c:pt idx="474">
                  <c:v>43110</c:v>
                </c:pt>
                <c:pt idx="475">
                  <c:v>43111</c:v>
                </c:pt>
                <c:pt idx="476">
                  <c:v>43112</c:v>
                </c:pt>
                <c:pt idx="477">
                  <c:v>43113</c:v>
                </c:pt>
                <c:pt idx="478">
                  <c:v>43114</c:v>
                </c:pt>
                <c:pt idx="479">
                  <c:v>43115</c:v>
                </c:pt>
                <c:pt idx="480">
                  <c:v>43116</c:v>
                </c:pt>
                <c:pt idx="481">
                  <c:v>43117</c:v>
                </c:pt>
                <c:pt idx="482">
                  <c:v>43118</c:v>
                </c:pt>
                <c:pt idx="483">
                  <c:v>43119</c:v>
                </c:pt>
                <c:pt idx="484">
                  <c:v>43120</c:v>
                </c:pt>
                <c:pt idx="485">
                  <c:v>43121</c:v>
                </c:pt>
                <c:pt idx="486">
                  <c:v>43122</c:v>
                </c:pt>
                <c:pt idx="487">
                  <c:v>43123</c:v>
                </c:pt>
                <c:pt idx="488">
                  <c:v>43124</c:v>
                </c:pt>
                <c:pt idx="489">
                  <c:v>43125</c:v>
                </c:pt>
                <c:pt idx="490">
                  <c:v>43126</c:v>
                </c:pt>
                <c:pt idx="491">
                  <c:v>43127</c:v>
                </c:pt>
                <c:pt idx="492">
                  <c:v>43128</c:v>
                </c:pt>
                <c:pt idx="493">
                  <c:v>43129</c:v>
                </c:pt>
                <c:pt idx="494">
                  <c:v>43130</c:v>
                </c:pt>
                <c:pt idx="495">
                  <c:v>43131</c:v>
                </c:pt>
                <c:pt idx="496">
                  <c:v>43132</c:v>
                </c:pt>
                <c:pt idx="497">
                  <c:v>43133</c:v>
                </c:pt>
                <c:pt idx="498">
                  <c:v>43134</c:v>
                </c:pt>
                <c:pt idx="499">
                  <c:v>43135</c:v>
                </c:pt>
                <c:pt idx="500">
                  <c:v>43136</c:v>
                </c:pt>
                <c:pt idx="501">
                  <c:v>43137</c:v>
                </c:pt>
                <c:pt idx="502">
                  <c:v>43138</c:v>
                </c:pt>
                <c:pt idx="503">
                  <c:v>43139</c:v>
                </c:pt>
                <c:pt idx="504">
                  <c:v>43140</c:v>
                </c:pt>
                <c:pt idx="505">
                  <c:v>43141</c:v>
                </c:pt>
                <c:pt idx="506">
                  <c:v>43142</c:v>
                </c:pt>
                <c:pt idx="507">
                  <c:v>43143</c:v>
                </c:pt>
                <c:pt idx="508">
                  <c:v>43144</c:v>
                </c:pt>
                <c:pt idx="509">
                  <c:v>43145</c:v>
                </c:pt>
                <c:pt idx="510">
                  <c:v>43146</c:v>
                </c:pt>
                <c:pt idx="511">
                  <c:v>43147</c:v>
                </c:pt>
                <c:pt idx="512">
                  <c:v>43148</c:v>
                </c:pt>
                <c:pt idx="513">
                  <c:v>43149</c:v>
                </c:pt>
                <c:pt idx="514">
                  <c:v>43150</c:v>
                </c:pt>
                <c:pt idx="515">
                  <c:v>43151</c:v>
                </c:pt>
                <c:pt idx="516">
                  <c:v>43152</c:v>
                </c:pt>
                <c:pt idx="517">
                  <c:v>43153</c:v>
                </c:pt>
                <c:pt idx="518">
                  <c:v>43154</c:v>
                </c:pt>
                <c:pt idx="519">
                  <c:v>43155</c:v>
                </c:pt>
                <c:pt idx="520">
                  <c:v>43156</c:v>
                </c:pt>
                <c:pt idx="521">
                  <c:v>43157</c:v>
                </c:pt>
                <c:pt idx="522">
                  <c:v>43158</c:v>
                </c:pt>
                <c:pt idx="523">
                  <c:v>43159</c:v>
                </c:pt>
                <c:pt idx="524">
                  <c:v>43160</c:v>
                </c:pt>
                <c:pt idx="525">
                  <c:v>43161</c:v>
                </c:pt>
                <c:pt idx="526">
                  <c:v>43162</c:v>
                </c:pt>
                <c:pt idx="527">
                  <c:v>43163</c:v>
                </c:pt>
                <c:pt idx="528">
                  <c:v>43164</c:v>
                </c:pt>
                <c:pt idx="529">
                  <c:v>43165</c:v>
                </c:pt>
                <c:pt idx="530">
                  <c:v>43166</c:v>
                </c:pt>
                <c:pt idx="531">
                  <c:v>43167</c:v>
                </c:pt>
                <c:pt idx="532">
                  <c:v>43168</c:v>
                </c:pt>
                <c:pt idx="533">
                  <c:v>43169</c:v>
                </c:pt>
                <c:pt idx="534">
                  <c:v>43170</c:v>
                </c:pt>
                <c:pt idx="535">
                  <c:v>43171</c:v>
                </c:pt>
                <c:pt idx="536">
                  <c:v>43172</c:v>
                </c:pt>
                <c:pt idx="537">
                  <c:v>43173</c:v>
                </c:pt>
                <c:pt idx="538">
                  <c:v>43174</c:v>
                </c:pt>
                <c:pt idx="539">
                  <c:v>43175</c:v>
                </c:pt>
                <c:pt idx="540">
                  <c:v>43176</c:v>
                </c:pt>
                <c:pt idx="541">
                  <c:v>43177</c:v>
                </c:pt>
                <c:pt idx="542">
                  <c:v>43178</c:v>
                </c:pt>
                <c:pt idx="543">
                  <c:v>43179</c:v>
                </c:pt>
                <c:pt idx="544">
                  <c:v>43180</c:v>
                </c:pt>
                <c:pt idx="545">
                  <c:v>43181</c:v>
                </c:pt>
                <c:pt idx="546">
                  <c:v>43182</c:v>
                </c:pt>
                <c:pt idx="547">
                  <c:v>43183</c:v>
                </c:pt>
                <c:pt idx="548">
                  <c:v>43184</c:v>
                </c:pt>
                <c:pt idx="549">
                  <c:v>43185</c:v>
                </c:pt>
                <c:pt idx="550">
                  <c:v>43186</c:v>
                </c:pt>
                <c:pt idx="551">
                  <c:v>43187</c:v>
                </c:pt>
                <c:pt idx="552">
                  <c:v>43188</c:v>
                </c:pt>
                <c:pt idx="553">
                  <c:v>43189</c:v>
                </c:pt>
                <c:pt idx="554">
                  <c:v>43190</c:v>
                </c:pt>
                <c:pt idx="555">
                  <c:v>43191</c:v>
                </c:pt>
                <c:pt idx="556">
                  <c:v>43192</c:v>
                </c:pt>
                <c:pt idx="557">
                  <c:v>43193</c:v>
                </c:pt>
                <c:pt idx="558">
                  <c:v>43194</c:v>
                </c:pt>
                <c:pt idx="559">
                  <c:v>43195</c:v>
                </c:pt>
                <c:pt idx="560">
                  <c:v>43196</c:v>
                </c:pt>
                <c:pt idx="561">
                  <c:v>43197</c:v>
                </c:pt>
                <c:pt idx="562">
                  <c:v>43198</c:v>
                </c:pt>
                <c:pt idx="563">
                  <c:v>43199</c:v>
                </c:pt>
                <c:pt idx="564">
                  <c:v>43200</c:v>
                </c:pt>
                <c:pt idx="565">
                  <c:v>43201</c:v>
                </c:pt>
                <c:pt idx="566">
                  <c:v>43202</c:v>
                </c:pt>
                <c:pt idx="567">
                  <c:v>43203</c:v>
                </c:pt>
                <c:pt idx="568">
                  <c:v>43204</c:v>
                </c:pt>
                <c:pt idx="569">
                  <c:v>43205</c:v>
                </c:pt>
                <c:pt idx="570">
                  <c:v>43206</c:v>
                </c:pt>
                <c:pt idx="571">
                  <c:v>43207</c:v>
                </c:pt>
                <c:pt idx="572">
                  <c:v>43208</c:v>
                </c:pt>
                <c:pt idx="573">
                  <c:v>43209</c:v>
                </c:pt>
                <c:pt idx="574">
                  <c:v>43210</c:v>
                </c:pt>
                <c:pt idx="575">
                  <c:v>43211</c:v>
                </c:pt>
                <c:pt idx="576">
                  <c:v>43212</c:v>
                </c:pt>
                <c:pt idx="577">
                  <c:v>43213</c:v>
                </c:pt>
                <c:pt idx="578">
                  <c:v>43214</c:v>
                </c:pt>
                <c:pt idx="579">
                  <c:v>43215</c:v>
                </c:pt>
                <c:pt idx="580">
                  <c:v>43216</c:v>
                </c:pt>
                <c:pt idx="581">
                  <c:v>43217</c:v>
                </c:pt>
                <c:pt idx="582">
                  <c:v>43218</c:v>
                </c:pt>
                <c:pt idx="583">
                  <c:v>43219</c:v>
                </c:pt>
                <c:pt idx="584">
                  <c:v>43220</c:v>
                </c:pt>
                <c:pt idx="585">
                  <c:v>43221</c:v>
                </c:pt>
                <c:pt idx="586">
                  <c:v>43222</c:v>
                </c:pt>
                <c:pt idx="587">
                  <c:v>43223</c:v>
                </c:pt>
                <c:pt idx="588">
                  <c:v>43224</c:v>
                </c:pt>
                <c:pt idx="589">
                  <c:v>43225</c:v>
                </c:pt>
                <c:pt idx="590">
                  <c:v>43226</c:v>
                </c:pt>
                <c:pt idx="591">
                  <c:v>43227</c:v>
                </c:pt>
                <c:pt idx="592">
                  <c:v>43228</c:v>
                </c:pt>
                <c:pt idx="593">
                  <c:v>43229</c:v>
                </c:pt>
                <c:pt idx="594">
                  <c:v>43230</c:v>
                </c:pt>
                <c:pt idx="595">
                  <c:v>43231</c:v>
                </c:pt>
                <c:pt idx="596">
                  <c:v>43232</c:v>
                </c:pt>
                <c:pt idx="597">
                  <c:v>43233</c:v>
                </c:pt>
                <c:pt idx="598">
                  <c:v>43234</c:v>
                </c:pt>
                <c:pt idx="599">
                  <c:v>43235</c:v>
                </c:pt>
                <c:pt idx="600">
                  <c:v>43236</c:v>
                </c:pt>
                <c:pt idx="601">
                  <c:v>43237</c:v>
                </c:pt>
                <c:pt idx="602">
                  <c:v>43238</c:v>
                </c:pt>
                <c:pt idx="603">
                  <c:v>43239</c:v>
                </c:pt>
                <c:pt idx="604">
                  <c:v>43240</c:v>
                </c:pt>
                <c:pt idx="605">
                  <c:v>43241</c:v>
                </c:pt>
                <c:pt idx="606">
                  <c:v>43242</c:v>
                </c:pt>
                <c:pt idx="607">
                  <c:v>43243</c:v>
                </c:pt>
                <c:pt idx="608">
                  <c:v>43244</c:v>
                </c:pt>
                <c:pt idx="609">
                  <c:v>43245</c:v>
                </c:pt>
                <c:pt idx="610">
                  <c:v>43246</c:v>
                </c:pt>
                <c:pt idx="611">
                  <c:v>43247</c:v>
                </c:pt>
                <c:pt idx="612">
                  <c:v>43248</c:v>
                </c:pt>
                <c:pt idx="613">
                  <c:v>43249</c:v>
                </c:pt>
                <c:pt idx="614">
                  <c:v>43250</c:v>
                </c:pt>
                <c:pt idx="615">
                  <c:v>43251</c:v>
                </c:pt>
                <c:pt idx="616">
                  <c:v>43252</c:v>
                </c:pt>
                <c:pt idx="617">
                  <c:v>43253</c:v>
                </c:pt>
                <c:pt idx="618">
                  <c:v>43254</c:v>
                </c:pt>
                <c:pt idx="619">
                  <c:v>43255</c:v>
                </c:pt>
                <c:pt idx="620">
                  <c:v>43256</c:v>
                </c:pt>
                <c:pt idx="621">
                  <c:v>43257</c:v>
                </c:pt>
                <c:pt idx="622">
                  <c:v>43258</c:v>
                </c:pt>
                <c:pt idx="623">
                  <c:v>43259</c:v>
                </c:pt>
                <c:pt idx="624">
                  <c:v>43260</c:v>
                </c:pt>
                <c:pt idx="625">
                  <c:v>43261</c:v>
                </c:pt>
                <c:pt idx="626">
                  <c:v>43262</c:v>
                </c:pt>
                <c:pt idx="627">
                  <c:v>43263</c:v>
                </c:pt>
                <c:pt idx="628">
                  <c:v>43264</c:v>
                </c:pt>
                <c:pt idx="629">
                  <c:v>43265</c:v>
                </c:pt>
                <c:pt idx="630">
                  <c:v>43266</c:v>
                </c:pt>
                <c:pt idx="631">
                  <c:v>43267</c:v>
                </c:pt>
                <c:pt idx="632">
                  <c:v>43268</c:v>
                </c:pt>
                <c:pt idx="633">
                  <c:v>43269</c:v>
                </c:pt>
                <c:pt idx="634">
                  <c:v>43270</c:v>
                </c:pt>
                <c:pt idx="635">
                  <c:v>43271</c:v>
                </c:pt>
                <c:pt idx="636">
                  <c:v>43272</c:v>
                </c:pt>
                <c:pt idx="637">
                  <c:v>43273</c:v>
                </c:pt>
                <c:pt idx="638">
                  <c:v>43274</c:v>
                </c:pt>
                <c:pt idx="639">
                  <c:v>43275</c:v>
                </c:pt>
                <c:pt idx="640">
                  <c:v>43276</c:v>
                </c:pt>
                <c:pt idx="641">
                  <c:v>43277</c:v>
                </c:pt>
                <c:pt idx="642">
                  <c:v>43278</c:v>
                </c:pt>
                <c:pt idx="643">
                  <c:v>43279</c:v>
                </c:pt>
                <c:pt idx="644">
                  <c:v>43280</c:v>
                </c:pt>
                <c:pt idx="645">
                  <c:v>43281</c:v>
                </c:pt>
                <c:pt idx="646">
                  <c:v>43282</c:v>
                </c:pt>
                <c:pt idx="647">
                  <c:v>43283</c:v>
                </c:pt>
                <c:pt idx="648">
                  <c:v>43284</c:v>
                </c:pt>
                <c:pt idx="649">
                  <c:v>43285</c:v>
                </c:pt>
                <c:pt idx="650">
                  <c:v>43286</c:v>
                </c:pt>
                <c:pt idx="651">
                  <c:v>43287</c:v>
                </c:pt>
                <c:pt idx="652">
                  <c:v>43288</c:v>
                </c:pt>
                <c:pt idx="653">
                  <c:v>43289</c:v>
                </c:pt>
                <c:pt idx="654">
                  <c:v>43290</c:v>
                </c:pt>
                <c:pt idx="655">
                  <c:v>43291</c:v>
                </c:pt>
                <c:pt idx="656">
                  <c:v>43292</c:v>
                </c:pt>
                <c:pt idx="657">
                  <c:v>43293</c:v>
                </c:pt>
                <c:pt idx="658">
                  <c:v>43294</c:v>
                </c:pt>
                <c:pt idx="659">
                  <c:v>43295</c:v>
                </c:pt>
                <c:pt idx="660">
                  <c:v>43296</c:v>
                </c:pt>
                <c:pt idx="661">
                  <c:v>43297</c:v>
                </c:pt>
                <c:pt idx="662">
                  <c:v>43298</c:v>
                </c:pt>
                <c:pt idx="663">
                  <c:v>43299</c:v>
                </c:pt>
                <c:pt idx="664">
                  <c:v>43300</c:v>
                </c:pt>
                <c:pt idx="665">
                  <c:v>43301</c:v>
                </c:pt>
                <c:pt idx="666">
                  <c:v>43302</c:v>
                </c:pt>
                <c:pt idx="667">
                  <c:v>43303</c:v>
                </c:pt>
                <c:pt idx="668">
                  <c:v>43304</c:v>
                </c:pt>
                <c:pt idx="669">
                  <c:v>43305</c:v>
                </c:pt>
                <c:pt idx="670">
                  <c:v>43306</c:v>
                </c:pt>
                <c:pt idx="671">
                  <c:v>43307</c:v>
                </c:pt>
                <c:pt idx="672">
                  <c:v>43308</c:v>
                </c:pt>
                <c:pt idx="673">
                  <c:v>43309</c:v>
                </c:pt>
                <c:pt idx="674">
                  <c:v>43310</c:v>
                </c:pt>
                <c:pt idx="675">
                  <c:v>43311</c:v>
                </c:pt>
                <c:pt idx="676">
                  <c:v>43312</c:v>
                </c:pt>
                <c:pt idx="677">
                  <c:v>43313</c:v>
                </c:pt>
                <c:pt idx="678">
                  <c:v>43314</c:v>
                </c:pt>
                <c:pt idx="679">
                  <c:v>43315</c:v>
                </c:pt>
                <c:pt idx="680">
                  <c:v>43316</c:v>
                </c:pt>
                <c:pt idx="681">
                  <c:v>43317</c:v>
                </c:pt>
                <c:pt idx="682">
                  <c:v>43318</c:v>
                </c:pt>
                <c:pt idx="683">
                  <c:v>43319</c:v>
                </c:pt>
                <c:pt idx="684">
                  <c:v>43320</c:v>
                </c:pt>
                <c:pt idx="685">
                  <c:v>43321</c:v>
                </c:pt>
                <c:pt idx="686">
                  <c:v>43322</c:v>
                </c:pt>
                <c:pt idx="687">
                  <c:v>43323</c:v>
                </c:pt>
                <c:pt idx="688">
                  <c:v>43324</c:v>
                </c:pt>
                <c:pt idx="689">
                  <c:v>43325</c:v>
                </c:pt>
                <c:pt idx="690">
                  <c:v>43326</c:v>
                </c:pt>
                <c:pt idx="691">
                  <c:v>43327</c:v>
                </c:pt>
                <c:pt idx="692">
                  <c:v>43328</c:v>
                </c:pt>
                <c:pt idx="693">
                  <c:v>43329</c:v>
                </c:pt>
                <c:pt idx="694">
                  <c:v>43330</c:v>
                </c:pt>
                <c:pt idx="695">
                  <c:v>43331</c:v>
                </c:pt>
                <c:pt idx="696">
                  <c:v>43332</c:v>
                </c:pt>
                <c:pt idx="697">
                  <c:v>43333</c:v>
                </c:pt>
                <c:pt idx="698">
                  <c:v>43334</c:v>
                </c:pt>
                <c:pt idx="699">
                  <c:v>43335</c:v>
                </c:pt>
                <c:pt idx="700">
                  <c:v>43336</c:v>
                </c:pt>
                <c:pt idx="701">
                  <c:v>43337</c:v>
                </c:pt>
                <c:pt idx="702">
                  <c:v>43338</c:v>
                </c:pt>
                <c:pt idx="703">
                  <c:v>43339</c:v>
                </c:pt>
                <c:pt idx="704">
                  <c:v>43340</c:v>
                </c:pt>
                <c:pt idx="705">
                  <c:v>43341</c:v>
                </c:pt>
                <c:pt idx="706">
                  <c:v>43342</c:v>
                </c:pt>
                <c:pt idx="707">
                  <c:v>43343</c:v>
                </c:pt>
                <c:pt idx="708">
                  <c:v>43344</c:v>
                </c:pt>
                <c:pt idx="709">
                  <c:v>43345</c:v>
                </c:pt>
                <c:pt idx="710">
                  <c:v>43346</c:v>
                </c:pt>
                <c:pt idx="711">
                  <c:v>43347</c:v>
                </c:pt>
                <c:pt idx="712">
                  <c:v>43348</c:v>
                </c:pt>
                <c:pt idx="713">
                  <c:v>43349</c:v>
                </c:pt>
                <c:pt idx="714">
                  <c:v>43350</c:v>
                </c:pt>
                <c:pt idx="715">
                  <c:v>43351</c:v>
                </c:pt>
                <c:pt idx="716">
                  <c:v>43352</c:v>
                </c:pt>
                <c:pt idx="717">
                  <c:v>43353</c:v>
                </c:pt>
                <c:pt idx="718">
                  <c:v>43354</c:v>
                </c:pt>
                <c:pt idx="719">
                  <c:v>43355</c:v>
                </c:pt>
                <c:pt idx="720">
                  <c:v>43356</c:v>
                </c:pt>
                <c:pt idx="721">
                  <c:v>43357</c:v>
                </c:pt>
                <c:pt idx="722">
                  <c:v>43358</c:v>
                </c:pt>
                <c:pt idx="723">
                  <c:v>43359</c:v>
                </c:pt>
                <c:pt idx="724">
                  <c:v>43360</c:v>
                </c:pt>
                <c:pt idx="725">
                  <c:v>43361</c:v>
                </c:pt>
                <c:pt idx="726">
                  <c:v>43362</c:v>
                </c:pt>
                <c:pt idx="727">
                  <c:v>43363</c:v>
                </c:pt>
                <c:pt idx="728">
                  <c:v>43364</c:v>
                </c:pt>
                <c:pt idx="729">
                  <c:v>43365</c:v>
                </c:pt>
                <c:pt idx="730">
                  <c:v>43366</c:v>
                </c:pt>
                <c:pt idx="731">
                  <c:v>43367</c:v>
                </c:pt>
                <c:pt idx="732">
                  <c:v>43368</c:v>
                </c:pt>
                <c:pt idx="733">
                  <c:v>43369</c:v>
                </c:pt>
                <c:pt idx="734">
                  <c:v>43370</c:v>
                </c:pt>
                <c:pt idx="735">
                  <c:v>43371</c:v>
                </c:pt>
                <c:pt idx="736">
                  <c:v>43372</c:v>
                </c:pt>
                <c:pt idx="737">
                  <c:v>43373</c:v>
                </c:pt>
                <c:pt idx="738">
                  <c:v>43374</c:v>
                </c:pt>
                <c:pt idx="739">
                  <c:v>43375</c:v>
                </c:pt>
                <c:pt idx="740">
                  <c:v>43376</c:v>
                </c:pt>
                <c:pt idx="741">
                  <c:v>43377</c:v>
                </c:pt>
                <c:pt idx="742">
                  <c:v>43378</c:v>
                </c:pt>
                <c:pt idx="743">
                  <c:v>43379</c:v>
                </c:pt>
                <c:pt idx="744">
                  <c:v>43380</c:v>
                </c:pt>
                <c:pt idx="745">
                  <c:v>43381</c:v>
                </c:pt>
                <c:pt idx="746">
                  <c:v>43382</c:v>
                </c:pt>
                <c:pt idx="747">
                  <c:v>43383</c:v>
                </c:pt>
                <c:pt idx="748">
                  <c:v>43384</c:v>
                </c:pt>
                <c:pt idx="749">
                  <c:v>43385</c:v>
                </c:pt>
                <c:pt idx="750">
                  <c:v>43386</c:v>
                </c:pt>
                <c:pt idx="751">
                  <c:v>43387</c:v>
                </c:pt>
                <c:pt idx="752">
                  <c:v>43388</c:v>
                </c:pt>
                <c:pt idx="753">
                  <c:v>43389</c:v>
                </c:pt>
                <c:pt idx="754">
                  <c:v>43390</c:v>
                </c:pt>
                <c:pt idx="755">
                  <c:v>43391</c:v>
                </c:pt>
                <c:pt idx="756">
                  <c:v>43392</c:v>
                </c:pt>
                <c:pt idx="757">
                  <c:v>43393</c:v>
                </c:pt>
                <c:pt idx="758">
                  <c:v>43394</c:v>
                </c:pt>
                <c:pt idx="759">
                  <c:v>43395</c:v>
                </c:pt>
                <c:pt idx="760">
                  <c:v>43396</c:v>
                </c:pt>
                <c:pt idx="761">
                  <c:v>43397</c:v>
                </c:pt>
                <c:pt idx="762">
                  <c:v>43398</c:v>
                </c:pt>
                <c:pt idx="763">
                  <c:v>43399</c:v>
                </c:pt>
                <c:pt idx="764">
                  <c:v>43400</c:v>
                </c:pt>
                <c:pt idx="765">
                  <c:v>43401</c:v>
                </c:pt>
                <c:pt idx="766">
                  <c:v>43402</c:v>
                </c:pt>
                <c:pt idx="767">
                  <c:v>43403</c:v>
                </c:pt>
                <c:pt idx="768">
                  <c:v>43404</c:v>
                </c:pt>
                <c:pt idx="769">
                  <c:v>43405</c:v>
                </c:pt>
                <c:pt idx="770">
                  <c:v>43406</c:v>
                </c:pt>
                <c:pt idx="771">
                  <c:v>43407</c:v>
                </c:pt>
                <c:pt idx="772">
                  <c:v>43408</c:v>
                </c:pt>
                <c:pt idx="773">
                  <c:v>43409</c:v>
                </c:pt>
                <c:pt idx="774">
                  <c:v>43410</c:v>
                </c:pt>
                <c:pt idx="775">
                  <c:v>43411</c:v>
                </c:pt>
                <c:pt idx="776">
                  <c:v>43412</c:v>
                </c:pt>
                <c:pt idx="777">
                  <c:v>43413</c:v>
                </c:pt>
                <c:pt idx="778">
                  <c:v>43414</c:v>
                </c:pt>
                <c:pt idx="779">
                  <c:v>43415</c:v>
                </c:pt>
                <c:pt idx="780">
                  <c:v>43416</c:v>
                </c:pt>
                <c:pt idx="781">
                  <c:v>43417</c:v>
                </c:pt>
                <c:pt idx="782">
                  <c:v>43418</c:v>
                </c:pt>
                <c:pt idx="783">
                  <c:v>43419</c:v>
                </c:pt>
                <c:pt idx="784">
                  <c:v>43420</c:v>
                </c:pt>
                <c:pt idx="785">
                  <c:v>43421</c:v>
                </c:pt>
                <c:pt idx="786">
                  <c:v>43422</c:v>
                </c:pt>
                <c:pt idx="787">
                  <c:v>43423</c:v>
                </c:pt>
                <c:pt idx="788">
                  <c:v>43424</c:v>
                </c:pt>
                <c:pt idx="789">
                  <c:v>43425</c:v>
                </c:pt>
                <c:pt idx="790">
                  <c:v>43426</c:v>
                </c:pt>
                <c:pt idx="791">
                  <c:v>43427</c:v>
                </c:pt>
                <c:pt idx="792">
                  <c:v>43428</c:v>
                </c:pt>
                <c:pt idx="793">
                  <c:v>43429</c:v>
                </c:pt>
                <c:pt idx="794">
                  <c:v>43430</c:v>
                </c:pt>
                <c:pt idx="795">
                  <c:v>43431</c:v>
                </c:pt>
                <c:pt idx="796">
                  <c:v>43432</c:v>
                </c:pt>
                <c:pt idx="797">
                  <c:v>43433</c:v>
                </c:pt>
                <c:pt idx="798">
                  <c:v>43434</c:v>
                </c:pt>
                <c:pt idx="799">
                  <c:v>43435</c:v>
                </c:pt>
                <c:pt idx="800">
                  <c:v>43436</c:v>
                </c:pt>
                <c:pt idx="801">
                  <c:v>43437</c:v>
                </c:pt>
                <c:pt idx="802">
                  <c:v>43438</c:v>
                </c:pt>
                <c:pt idx="803">
                  <c:v>43439</c:v>
                </c:pt>
                <c:pt idx="804">
                  <c:v>43440</c:v>
                </c:pt>
                <c:pt idx="805">
                  <c:v>43441</c:v>
                </c:pt>
                <c:pt idx="806">
                  <c:v>43442</c:v>
                </c:pt>
                <c:pt idx="807">
                  <c:v>43443</c:v>
                </c:pt>
                <c:pt idx="808">
                  <c:v>43444</c:v>
                </c:pt>
                <c:pt idx="809">
                  <c:v>43445</c:v>
                </c:pt>
                <c:pt idx="810">
                  <c:v>43446</c:v>
                </c:pt>
                <c:pt idx="811">
                  <c:v>43447</c:v>
                </c:pt>
                <c:pt idx="812">
                  <c:v>43448</c:v>
                </c:pt>
                <c:pt idx="813">
                  <c:v>43449</c:v>
                </c:pt>
                <c:pt idx="814">
                  <c:v>43450</c:v>
                </c:pt>
                <c:pt idx="815">
                  <c:v>43451</c:v>
                </c:pt>
                <c:pt idx="816">
                  <c:v>43452</c:v>
                </c:pt>
                <c:pt idx="817">
                  <c:v>43453</c:v>
                </c:pt>
                <c:pt idx="818">
                  <c:v>43454</c:v>
                </c:pt>
                <c:pt idx="819">
                  <c:v>43455</c:v>
                </c:pt>
                <c:pt idx="820">
                  <c:v>43456</c:v>
                </c:pt>
                <c:pt idx="821">
                  <c:v>43457</c:v>
                </c:pt>
                <c:pt idx="822">
                  <c:v>43458</c:v>
                </c:pt>
                <c:pt idx="823">
                  <c:v>43459</c:v>
                </c:pt>
                <c:pt idx="824">
                  <c:v>43460</c:v>
                </c:pt>
                <c:pt idx="825">
                  <c:v>43461</c:v>
                </c:pt>
                <c:pt idx="826">
                  <c:v>43462</c:v>
                </c:pt>
                <c:pt idx="827">
                  <c:v>43463</c:v>
                </c:pt>
                <c:pt idx="828">
                  <c:v>43464</c:v>
                </c:pt>
                <c:pt idx="829">
                  <c:v>43465</c:v>
                </c:pt>
                <c:pt idx="830">
                  <c:v>43466</c:v>
                </c:pt>
                <c:pt idx="831">
                  <c:v>43467</c:v>
                </c:pt>
                <c:pt idx="832">
                  <c:v>43468</c:v>
                </c:pt>
                <c:pt idx="833">
                  <c:v>43469</c:v>
                </c:pt>
                <c:pt idx="834">
                  <c:v>43470</c:v>
                </c:pt>
                <c:pt idx="835">
                  <c:v>43471</c:v>
                </c:pt>
                <c:pt idx="836">
                  <c:v>43472</c:v>
                </c:pt>
                <c:pt idx="837">
                  <c:v>43473</c:v>
                </c:pt>
                <c:pt idx="838">
                  <c:v>43474</c:v>
                </c:pt>
                <c:pt idx="839">
                  <c:v>43475</c:v>
                </c:pt>
                <c:pt idx="840">
                  <c:v>43476</c:v>
                </c:pt>
                <c:pt idx="841">
                  <c:v>43477</c:v>
                </c:pt>
                <c:pt idx="842">
                  <c:v>43478</c:v>
                </c:pt>
                <c:pt idx="843">
                  <c:v>43479</c:v>
                </c:pt>
                <c:pt idx="844">
                  <c:v>43480</c:v>
                </c:pt>
                <c:pt idx="845">
                  <c:v>43481</c:v>
                </c:pt>
                <c:pt idx="846">
                  <c:v>43482</c:v>
                </c:pt>
                <c:pt idx="847">
                  <c:v>43483</c:v>
                </c:pt>
                <c:pt idx="848">
                  <c:v>43484</c:v>
                </c:pt>
                <c:pt idx="849">
                  <c:v>43485</c:v>
                </c:pt>
                <c:pt idx="850">
                  <c:v>43486</c:v>
                </c:pt>
                <c:pt idx="851">
                  <c:v>43487</c:v>
                </c:pt>
                <c:pt idx="852">
                  <c:v>43488</c:v>
                </c:pt>
                <c:pt idx="853">
                  <c:v>43489</c:v>
                </c:pt>
                <c:pt idx="854">
                  <c:v>43490</c:v>
                </c:pt>
                <c:pt idx="855">
                  <c:v>43491</c:v>
                </c:pt>
                <c:pt idx="856">
                  <c:v>43492</c:v>
                </c:pt>
                <c:pt idx="857">
                  <c:v>43493</c:v>
                </c:pt>
                <c:pt idx="858">
                  <c:v>43494</c:v>
                </c:pt>
                <c:pt idx="859">
                  <c:v>43495</c:v>
                </c:pt>
                <c:pt idx="860">
                  <c:v>43496</c:v>
                </c:pt>
                <c:pt idx="861">
                  <c:v>43497</c:v>
                </c:pt>
                <c:pt idx="862">
                  <c:v>43498</c:v>
                </c:pt>
                <c:pt idx="863">
                  <c:v>43499</c:v>
                </c:pt>
                <c:pt idx="864">
                  <c:v>43500</c:v>
                </c:pt>
                <c:pt idx="865">
                  <c:v>43501</c:v>
                </c:pt>
                <c:pt idx="866">
                  <c:v>43502</c:v>
                </c:pt>
                <c:pt idx="867">
                  <c:v>43503</c:v>
                </c:pt>
                <c:pt idx="868">
                  <c:v>43504</c:v>
                </c:pt>
                <c:pt idx="869">
                  <c:v>43505</c:v>
                </c:pt>
                <c:pt idx="870">
                  <c:v>43506</c:v>
                </c:pt>
                <c:pt idx="871">
                  <c:v>43507</c:v>
                </c:pt>
                <c:pt idx="872">
                  <c:v>43508</c:v>
                </c:pt>
                <c:pt idx="873">
                  <c:v>43509</c:v>
                </c:pt>
                <c:pt idx="874">
                  <c:v>43510</c:v>
                </c:pt>
                <c:pt idx="875">
                  <c:v>43511</c:v>
                </c:pt>
                <c:pt idx="876">
                  <c:v>43512</c:v>
                </c:pt>
                <c:pt idx="877">
                  <c:v>43513</c:v>
                </c:pt>
                <c:pt idx="878">
                  <c:v>43514</c:v>
                </c:pt>
                <c:pt idx="879">
                  <c:v>43515</c:v>
                </c:pt>
                <c:pt idx="880">
                  <c:v>43516</c:v>
                </c:pt>
                <c:pt idx="881">
                  <c:v>43517</c:v>
                </c:pt>
                <c:pt idx="882">
                  <c:v>43518</c:v>
                </c:pt>
                <c:pt idx="883">
                  <c:v>43519</c:v>
                </c:pt>
                <c:pt idx="884">
                  <c:v>43520</c:v>
                </c:pt>
                <c:pt idx="885">
                  <c:v>43521</c:v>
                </c:pt>
                <c:pt idx="886">
                  <c:v>43522</c:v>
                </c:pt>
                <c:pt idx="887">
                  <c:v>43523</c:v>
                </c:pt>
                <c:pt idx="888">
                  <c:v>43524</c:v>
                </c:pt>
                <c:pt idx="889">
                  <c:v>43525</c:v>
                </c:pt>
                <c:pt idx="890">
                  <c:v>43526</c:v>
                </c:pt>
                <c:pt idx="891">
                  <c:v>43527</c:v>
                </c:pt>
                <c:pt idx="892">
                  <c:v>43528</c:v>
                </c:pt>
                <c:pt idx="893">
                  <c:v>43529</c:v>
                </c:pt>
                <c:pt idx="894">
                  <c:v>43530</c:v>
                </c:pt>
                <c:pt idx="895">
                  <c:v>43531</c:v>
                </c:pt>
                <c:pt idx="896">
                  <c:v>43532</c:v>
                </c:pt>
                <c:pt idx="897">
                  <c:v>43533</c:v>
                </c:pt>
                <c:pt idx="898">
                  <c:v>43534</c:v>
                </c:pt>
                <c:pt idx="899">
                  <c:v>43535</c:v>
                </c:pt>
                <c:pt idx="900">
                  <c:v>43536</c:v>
                </c:pt>
                <c:pt idx="901">
                  <c:v>43537</c:v>
                </c:pt>
                <c:pt idx="902">
                  <c:v>43538</c:v>
                </c:pt>
                <c:pt idx="903">
                  <c:v>43539</c:v>
                </c:pt>
                <c:pt idx="904">
                  <c:v>43540</c:v>
                </c:pt>
                <c:pt idx="905">
                  <c:v>43541</c:v>
                </c:pt>
                <c:pt idx="906">
                  <c:v>43542</c:v>
                </c:pt>
                <c:pt idx="907">
                  <c:v>43543</c:v>
                </c:pt>
                <c:pt idx="908">
                  <c:v>43544</c:v>
                </c:pt>
                <c:pt idx="909">
                  <c:v>43545</c:v>
                </c:pt>
                <c:pt idx="910">
                  <c:v>43546</c:v>
                </c:pt>
                <c:pt idx="911">
                  <c:v>43547</c:v>
                </c:pt>
                <c:pt idx="912">
                  <c:v>43548</c:v>
                </c:pt>
                <c:pt idx="913">
                  <c:v>43549</c:v>
                </c:pt>
                <c:pt idx="914">
                  <c:v>43550</c:v>
                </c:pt>
                <c:pt idx="915">
                  <c:v>43551</c:v>
                </c:pt>
                <c:pt idx="916">
                  <c:v>43552</c:v>
                </c:pt>
                <c:pt idx="917">
                  <c:v>43553</c:v>
                </c:pt>
                <c:pt idx="918">
                  <c:v>43554</c:v>
                </c:pt>
                <c:pt idx="919">
                  <c:v>43555</c:v>
                </c:pt>
                <c:pt idx="920">
                  <c:v>43556</c:v>
                </c:pt>
                <c:pt idx="921">
                  <c:v>43557</c:v>
                </c:pt>
                <c:pt idx="922">
                  <c:v>43558</c:v>
                </c:pt>
                <c:pt idx="923">
                  <c:v>43559</c:v>
                </c:pt>
                <c:pt idx="924">
                  <c:v>43560</c:v>
                </c:pt>
                <c:pt idx="925">
                  <c:v>43561</c:v>
                </c:pt>
                <c:pt idx="926">
                  <c:v>43562</c:v>
                </c:pt>
                <c:pt idx="927">
                  <c:v>43563</c:v>
                </c:pt>
                <c:pt idx="928">
                  <c:v>43564</c:v>
                </c:pt>
                <c:pt idx="929">
                  <c:v>43565</c:v>
                </c:pt>
                <c:pt idx="930">
                  <c:v>43566</c:v>
                </c:pt>
                <c:pt idx="931">
                  <c:v>43567</c:v>
                </c:pt>
                <c:pt idx="932">
                  <c:v>43568</c:v>
                </c:pt>
                <c:pt idx="933">
                  <c:v>43569</c:v>
                </c:pt>
                <c:pt idx="934">
                  <c:v>43570</c:v>
                </c:pt>
                <c:pt idx="935">
                  <c:v>43571</c:v>
                </c:pt>
                <c:pt idx="936">
                  <c:v>43572</c:v>
                </c:pt>
                <c:pt idx="937">
                  <c:v>43573</c:v>
                </c:pt>
                <c:pt idx="938">
                  <c:v>43574</c:v>
                </c:pt>
                <c:pt idx="939">
                  <c:v>43575</c:v>
                </c:pt>
                <c:pt idx="940">
                  <c:v>43576</c:v>
                </c:pt>
                <c:pt idx="941">
                  <c:v>43577</c:v>
                </c:pt>
                <c:pt idx="942">
                  <c:v>43578</c:v>
                </c:pt>
                <c:pt idx="943">
                  <c:v>43579</c:v>
                </c:pt>
                <c:pt idx="944">
                  <c:v>43580</c:v>
                </c:pt>
                <c:pt idx="945">
                  <c:v>43581</c:v>
                </c:pt>
                <c:pt idx="946">
                  <c:v>43582</c:v>
                </c:pt>
                <c:pt idx="947">
                  <c:v>43583</c:v>
                </c:pt>
                <c:pt idx="948">
                  <c:v>43584</c:v>
                </c:pt>
                <c:pt idx="949">
                  <c:v>43585</c:v>
                </c:pt>
                <c:pt idx="950">
                  <c:v>43586</c:v>
                </c:pt>
                <c:pt idx="951">
                  <c:v>43587</c:v>
                </c:pt>
                <c:pt idx="952">
                  <c:v>43588</c:v>
                </c:pt>
                <c:pt idx="953">
                  <c:v>43589</c:v>
                </c:pt>
                <c:pt idx="954">
                  <c:v>43590</c:v>
                </c:pt>
                <c:pt idx="955">
                  <c:v>43591</c:v>
                </c:pt>
                <c:pt idx="956">
                  <c:v>43592</c:v>
                </c:pt>
                <c:pt idx="957">
                  <c:v>43593</c:v>
                </c:pt>
                <c:pt idx="958">
                  <c:v>43594</c:v>
                </c:pt>
                <c:pt idx="959">
                  <c:v>43595</c:v>
                </c:pt>
                <c:pt idx="960">
                  <c:v>43596</c:v>
                </c:pt>
                <c:pt idx="961">
                  <c:v>43597</c:v>
                </c:pt>
                <c:pt idx="962">
                  <c:v>43598</c:v>
                </c:pt>
                <c:pt idx="963">
                  <c:v>43599</c:v>
                </c:pt>
                <c:pt idx="964">
                  <c:v>43600</c:v>
                </c:pt>
                <c:pt idx="965">
                  <c:v>43601</c:v>
                </c:pt>
                <c:pt idx="966">
                  <c:v>43602</c:v>
                </c:pt>
                <c:pt idx="967">
                  <c:v>43603</c:v>
                </c:pt>
                <c:pt idx="968">
                  <c:v>43604</c:v>
                </c:pt>
                <c:pt idx="969">
                  <c:v>43605</c:v>
                </c:pt>
                <c:pt idx="970">
                  <c:v>43606</c:v>
                </c:pt>
                <c:pt idx="971">
                  <c:v>43607</c:v>
                </c:pt>
                <c:pt idx="972">
                  <c:v>43608</c:v>
                </c:pt>
                <c:pt idx="973">
                  <c:v>43609</c:v>
                </c:pt>
                <c:pt idx="974">
                  <c:v>43610</c:v>
                </c:pt>
                <c:pt idx="975">
                  <c:v>43611</c:v>
                </c:pt>
                <c:pt idx="976">
                  <c:v>43612</c:v>
                </c:pt>
                <c:pt idx="977">
                  <c:v>43613</c:v>
                </c:pt>
                <c:pt idx="978">
                  <c:v>43614</c:v>
                </c:pt>
                <c:pt idx="979">
                  <c:v>43615</c:v>
                </c:pt>
                <c:pt idx="980">
                  <c:v>43616</c:v>
                </c:pt>
                <c:pt idx="981">
                  <c:v>43617</c:v>
                </c:pt>
                <c:pt idx="982">
                  <c:v>43618</c:v>
                </c:pt>
                <c:pt idx="983">
                  <c:v>43619</c:v>
                </c:pt>
                <c:pt idx="984">
                  <c:v>43620</c:v>
                </c:pt>
                <c:pt idx="985">
                  <c:v>43621</c:v>
                </c:pt>
                <c:pt idx="986">
                  <c:v>43622</c:v>
                </c:pt>
                <c:pt idx="987">
                  <c:v>43623</c:v>
                </c:pt>
                <c:pt idx="988">
                  <c:v>43624</c:v>
                </c:pt>
                <c:pt idx="989">
                  <c:v>43625</c:v>
                </c:pt>
                <c:pt idx="990">
                  <c:v>43626</c:v>
                </c:pt>
                <c:pt idx="991">
                  <c:v>43627</c:v>
                </c:pt>
                <c:pt idx="992">
                  <c:v>43628</c:v>
                </c:pt>
                <c:pt idx="993">
                  <c:v>43629</c:v>
                </c:pt>
                <c:pt idx="994">
                  <c:v>43630</c:v>
                </c:pt>
                <c:pt idx="995">
                  <c:v>43631</c:v>
                </c:pt>
                <c:pt idx="996">
                  <c:v>43632</c:v>
                </c:pt>
                <c:pt idx="997">
                  <c:v>43633</c:v>
                </c:pt>
                <c:pt idx="998">
                  <c:v>43634</c:v>
                </c:pt>
                <c:pt idx="999">
                  <c:v>43635</c:v>
                </c:pt>
                <c:pt idx="1000">
                  <c:v>43636</c:v>
                </c:pt>
                <c:pt idx="1001">
                  <c:v>43637</c:v>
                </c:pt>
                <c:pt idx="1002">
                  <c:v>43638</c:v>
                </c:pt>
                <c:pt idx="1003">
                  <c:v>43639</c:v>
                </c:pt>
                <c:pt idx="1004">
                  <c:v>43640</c:v>
                </c:pt>
                <c:pt idx="1005">
                  <c:v>43641</c:v>
                </c:pt>
                <c:pt idx="1006">
                  <c:v>43642</c:v>
                </c:pt>
                <c:pt idx="1007">
                  <c:v>43643</c:v>
                </c:pt>
                <c:pt idx="1008">
                  <c:v>43644</c:v>
                </c:pt>
                <c:pt idx="1009">
                  <c:v>43645</c:v>
                </c:pt>
                <c:pt idx="1010">
                  <c:v>43646</c:v>
                </c:pt>
                <c:pt idx="1011">
                  <c:v>43647</c:v>
                </c:pt>
                <c:pt idx="1012">
                  <c:v>43648</c:v>
                </c:pt>
                <c:pt idx="1013">
                  <c:v>43649</c:v>
                </c:pt>
                <c:pt idx="1014">
                  <c:v>43650</c:v>
                </c:pt>
                <c:pt idx="1015">
                  <c:v>43651</c:v>
                </c:pt>
                <c:pt idx="1016">
                  <c:v>43652</c:v>
                </c:pt>
                <c:pt idx="1017">
                  <c:v>43653</c:v>
                </c:pt>
                <c:pt idx="1018">
                  <c:v>43654</c:v>
                </c:pt>
                <c:pt idx="1019">
                  <c:v>43655</c:v>
                </c:pt>
                <c:pt idx="1020">
                  <c:v>43656</c:v>
                </c:pt>
                <c:pt idx="1021">
                  <c:v>43657</c:v>
                </c:pt>
                <c:pt idx="1022">
                  <c:v>43658</c:v>
                </c:pt>
                <c:pt idx="1023">
                  <c:v>43659</c:v>
                </c:pt>
                <c:pt idx="1024">
                  <c:v>43660</c:v>
                </c:pt>
                <c:pt idx="1025">
                  <c:v>43661</c:v>
                </c:pt>
                <c:pt idx="1026">
                  <c:v>43662</c:v>
                </c:pt>
                <c:pt idx="1027">
                  <c:v>43663</c:v>
                </c:pt>
                <c:pt idx="1028">
                  <c:v>43664</c:v>
                </c:pt>
                <c:pt idx="1029">
                  <c:v>43665</c:v>
                </c:pt>
                <c:pt idx="1030">
                  <c:v>43666</c:v>
                </c:pt>
                <c:pt idx="1031">
                  <c:v>43667</c:v>
                </c:pt>
                <c:pt idx="1032">
                  <c:v>43668</c:v>
                </c:pt>
                <c:pt idx="1033">
                  <c:v>43669</c:v>
                </c:pt>
                <c:pt idx="1034">
                  <c:v>43670</c:v>
                </c:pt>
                <c:pt idx="1035">
                  <c:v>43671</c:v>
                </c:pt>
                <c:pt idx="1036">
                  <c:v>43672</c:v>
                </c:pt>
                <c:pt idx="1037">
                  <c:v>43673</c:v>
                </c:pt>
                <c:pt idx="1038">
                  <c:v>43674</c:v>
                </c:pt>
                <c:pt idx="1039">
                  <c:v>43675</c:v>
                </c:pt>
                <c:pt idx="1040">
                  <c:v>43676</c:v>
                </c:pt>
                <c:pt idx="1041">
                  <c:v>43677</c:v>
                </c:pt>
                <c:pt idx="1042">
                  <c:v>43678</c:v>
                </c:pt>
                <c:pt idx="1043">
                  <c:v>43679</c:v>
                </c:pt>
                <c:pt idx="1044">
                  <c:v>43680</c:v>
                </c:pt>
                <c:pt idx="1045">
                  <c:v>43681</c:v>
                </c:pt>
                <c:pt idx="1046">
                  <c:v>43682</c:v>
                </c:pt>
                <c:pt idx="1047">
                  <c:v>43683</c:v>
                </c:pt>
                <c:pt idx="1048">
                  <c:v>43684</c:v>
                </c:pt>
                <c:pt idx="1049">
                  <c:v>43685</c:v>
                </c:pt>
                <c:pt idx="1050">
                  <c:v>43686</c:v>
                </c:pt>
                <c:pt idx="1051">
                  <c:v>43687</c:v>
                </c:pt>
                <c:pt idx="1052">
                  <c:v>43688</c:v>
                </c:pt>
                <c:pt idx="1053">
                  <c:v>43689</c:v>
                </c:pt>
                <c:pt idx="1054">
                  <c:v>43690</c:v>
                </c:pt>
                <c:pt idx="1055">
                  <c:v>43691</c:v>
                </c:pt>
                <c:pt idx="1056">
                  <c:v>43692</c:v>
                </c:pt>
                <c:pt idx="1057">
                  <c:v>43693</c:v>
                </c:pt>
                <c:pt idx="1058">
                  <c:v>43694</c:v>
                </c:pt>
                <c:pt idx="1059">
                  <c:v>43695</c:v>
                </c:pt>
                <c:pt idx="1060">
                  <c:v>43696</c:v>
                </c:pt>
                <c:pt idx="1061">
                  <c:v>43697</c:v>
                </c:pt>
                <c:pt idx="1062">
                  <c:v>43698</c:v>
                </c:pt>
                <c:pt idx="1063">
                  <c:v>43699</c:v>
                </c:pt>
                <c:pt idx="1064">
                  <c:v>43700</c:v>
                </c:pt>
                <c:pt idx="1065">
                  <c:v>43701</c:v>
                </c:pt>
                <c:pt idx="1066">
                  <c:v>43702</c:v>
                </c:pt>
                <c:pt idx="1067">
                  <c:v>43703</c:v>
                </c:pt>
                <c:pt idx="1068">
                  <c:v>43704</c:v>
                </c:pt>
                <c:pt idx="1069">
                  <c:v>43705</c:v>
                </c:pt>
                <c:pt idx="1070">
                  <c:v>43706</c:v>
                </c:pt>
                <c:pt idx="1071">
                  <c:v>43707</c:v>
                </c:pt>
                <c:pt idx="1072">
                  <c:v>43708</c:v>
                </c:pt>
                <c:pt idx="1073">
                  <c:v>43709</c:v>
                </c:pt>
                <c:pt idx="1074">
                  <c:v>43710</c:v>
                </c:pt>
                <c:pt idx="1075">
                  <c:v>43711</c:v>
                </c:pt>
                <c:pt idx="1076">
                  <c:v>43712</c:v>
                </c:pt>
                <c:pt idx="1077">
                  <c:v>43713</c:v>
                </c:pt>
                <c:pt idx="1078">
                  <c:v>43714</c:v>
                </c:pt>
                <c:pt idx="1079">
                  <c:v>43715</c:v>
                </c:pt>
                <c:pt idx="1080">
                  <c:v>43716</c:v>
                </c:pt>
                <c:pt idx="1081">
                  <c:v>43717</c:v>
                </c:pt>
                <c:pt idx="1082">
                  <c:v>43718</c:v>
                </c:pt>
                <c:pt idx="1083">
                  <c:v>43719</c:v>
                </c:pt>
                <c:pt idx="1084">
                  <c:v>43720</c:v>
                </c:pt>
                <c:pt idx="1085">
                  <c:v>43721</c:v>
                </c:pt>
                <c:pt idx="1086">
                  <c:v>43722</c:v>
                </c:pt>
                <c:pt idx="1087">
                  <c:v>43723</c:v>
                </c:pt>
                <c:pt idx="1088">
                  <c:v>43724</c:v>
                </c:pt>
                <c:pt idx="1089">
                  <c:v>43725</c:v>
                </c:pt>
                <c:pt idx="1090">
                  <c:v>43726</c:v>
                </c:pt>
                <c:pt idx="1091">
                  <c:v>43727</c:v>
                </c:pt>
                <c:pt idx="1092">
                  <c:v>43728</c:v>
                </c:pt>
                <c:pt idx="1093">
                  <c:v>43729</c:v>
                </c:pt>
                <c:pt idx="1094">
                  <c:v>43730</c:v>
                </c:pt>
                <c:pt idx="1095">
                  <c:v>43731</c:v>
                </c:pt>
                <c:pt idx="1096">
                  <c:v>43732</c:v>
                </c:pt>
                <c:pt idx="1097">
                  <c:v>43733</c:v>
                </c:pt>
                <c:pt idx="1098">
                  <c:v>43734</c:v>
                </c:pt>
                <c:pt idx="1099">
                  <c:v>43735</c:v>
                </c:pt>
                <c:pt idx="1100">
                  <c:v>43736</c:v>
                </c:pt>
                <c:pt idx="1101">
                  <c:v>43737</c:v>
                </c:pt>
                <c:pt idx="1102">
                  <c:v>43738</c:v>
                </c:pt>
                <c:pt idx="1103">
                  <c:v>43739</c:v>
                </c:pt>
                <c:pt idx="1104">
                  <c:v>43740</c:v>
                </c:pt>
                <c:pt idx="1105">
                  <c:v>43741</c:v>
                </c:pt>
                <c:pt idx="1106">
                  <c:v>43742</c:v>
                </c:pt>
                <c:pt idx="1107">
                  <c:v>43743</c:v>
                </c:pt>
                <c:pt idx="1108">
                  <c:v>43744</c:v>
                </c:pt>
                <c:pt idx="1109">
                  <c:v>43745</c:v>
                </c:pt>
                <c:pt idx="1110">
                  <c:v>43746</c:v>
                </c:pt>
                <c:pt idx="1111">
                  <c:v>43747</c:v>
                </c:pt>
                <c:pt idx="1112">
                  <c:v>43748</c:v>
                </c:pt>
                <c:pt idx="1113">
                  <c:v>43749</c:v>
                </c:pt>
                <c:pt idx="1114">
                  <c:v>43750</c:v>
                </c:pt>
                <c:pt idx="1115">
                  <c:v>43751</c:v>
                </c:pt>
                <c:pt idx="1116">
                  <c:v>43752</c:v>
                </c:pt>
                <c:pt idx="1117">
                  <c:v>43753</c:v>
                </c:pt>
                <c:pt idx="1118">
                  <c:v>43754</c:v>
                </c:pt>
                <c:pt idx="1119">
                  <c:v>43755</c:v>
                </c:pt>
                <c:pt idx="1120">
                  <c:v>43756</c:v>
                </c:pt>
                <c:pt idx="1121">
                  <c:v>43757</c:v>
                </c:pt>
                <c:pt idx="1122">
                  <c:v>43758</c:v>
                </c:pt>
                <c:pt idx="1123">
                  <c:v>43759</c:v>
                </c:pt>
                <c:pt idx="1124">
                  <c:v>43760</c:v>
                </c:pt>
                <c:pt idx="1125">
                  <c:v>43761</c:v>
                </c:pt>
                <c:pt idx="1126">
                  <c:v>43762</c:v>
                </c:pt>
                <c:pt idx="1127">
                  <c:v>43763</c:v>
                </c:pt>
                <c:pt idx="1128">
                  <c:v>43764</c:v>
                </c:pt>
                <c:pt idx="1129">
                  <c:v>43765</c:v>
                </c:pt>
                <c:pt idx="1130">
                  <c:v>43766</c:v>
                </c:pt>
                <c:pt idx="1131">
                  <c:v>43767</c:v>
                </c:pt>
                <c:pt idx="1132">
                  <c:v>43768</c:v>
                </c:pt>
                <c:pt idx="1133">
                  <c:v>43769</c:v>
                </c:pt>
                <c:pt idx="1134">
                  <c:v>43770</c:v>
                </c:pt>
                <c:pt idx="1135">
                  <c:v>43771</c:v>
                </c:pt>
                <c:pt idx="1136">
                  <c:v>43772</c:v>
                </c:pt>
                <c:pt idx="1137">
                  <c:v>43773</c:v>
                </c:pt>
                <c:pt idx="1138">
                  <c:v>43774</c:v>
                </c:pt>
                <c:pt idx="1139">
                  <c:v>43775</c:v>
                </c:pt>
                <c:pt idx="1140">
                  <c:v>43776</c:v>
                </c:pt>
                <c:pt idx="1141">
                  <c:v>43777</c:v>
                </c:pt>
                <c:pt idx="1142">
                  <c:v>43778</c:v>
                </c:pt>
                <c:pt idx="1143">
                  <c:v>43779</c:v>
                </c:pt>
                <c:pt idx="1144">
                  <c:v>43780</c:v>
                </c:pt>
                <c:pt idx="1145">
                  <c:v>43781</c:v>
                </c:pt>
                <c:pt idx="1146">
                  <c:v>43782</c:v>
                </c:pt>
                <c:pt idx="1147">
                  <c:v>43783</c:v>
                </c:pt>
                <c:pt idx="1148">
                  <c:v>43784</c:v>
                </c:pt>
                <c:pt idx="1149">
                  <c:v>43785</c:v>
                </c:pt>
                <c:pt idx="1150">
                  <c:v>43786</c:v>
                </c:pt>
                <c:pt idx="1151">
                  <c:v>43787</c:v>
                </c:pt>
                <c:pt idx="1152">
                  <c:v>43788</c:v>
                </c:pt>
                <c:pt idx="1153">
                  <c:v>43789</c:v>
                </c:pt>
                <c:pt idx="1154">
                  <c:v>43790</c:v>
                </c:pt>
                <c:pt idx="1155">
                  <c:v>43791</c:v>
                </c:pt>
                <c:pt idx="1156">
                  <c:v>43792</c:v>
                </c:pt>
                <c:pt idx="1157">
                  <c:v>43793</c:v>
                </c:pt>
                <c:pt idx="1158">
                  <c:v>43794</c:v>
                </c:pt>
                <c:pt idx="1159">
                  <c:v>43795</c:v>
                </c:pt>
                <c:pt idx="1160">
                  <c:v>43796</c:v>
                </c:pt>
                <c:pt idx="1161">
                  <c:v>43797</c:v>
                </c:pt>
                <c:pt idx="1162">
                  <c:v>43798</c:v>
                </c:pt>
                <c:pt idx="1163">
                  <c:v>43799</c:v>
                </c:pt>
                <c:pt idx="1164">
                  <c:v>43800</c:v>
                </c:pt>
                <c:pt idx="1165">
                  <c:v>43801</c:v>
                </c:pt>
                <c:pt idx="1166">
                  <c:v>43802</c:v>
                </c:pt>
                <c:pt idx="1167">
                  <c:v>43803</c:v>
                </c:pt>
                <c:pt idx="1168">
                  <c:v>43804</c:v>
                </c:pt>
                <c:pt idx="1169">
                  <c:v>43805</c:v>
                </c:pt>
                <c:pt idx="1170">
                  <c:v>43806</c:v>
                </c:pt>
                <c:pt idx="1171">
                  <c:v>43807</c:v>
                </c:pt>
                <c:pt idx="1172">
                  <c:v>43808</c:v>
                </c:pt>
                <c:pt idx="1173">
                  <c:v>43809</c:v>
                </c:pt>
                <c:pt idx="1174">
                  <c:v>43810</c:v>
                </c:pt>
                <c:pt idx="1175">
                  <c:v>43811</c:v>
                </c:pt>
                <c:pt idx="1176">
                  <c:v>43812</c:v>
                </c:pt>
                <c:pt idx="1177">
                  <c:v>43813</c:v>
                </c:pt>
                <c:pt idx="1178">
                  <c:v>43814</c:v>
                </c:pt>
                <c:pt idx="1179">
                  <c:v>43815</c:v>
                </c:pt>
                <c:pt idx="1180">
                  <c:v>43816</c:v>
                </c:pt>
                <c:pt idx="1181">
                  <c:v>43817</c:v>
                </c:pt>
                <c:pt idx="1182">
                  <c:v>43818</c:v>
                </c:pt>
                <c:pt idx="1183">
                  <c:v>43819</c:v>
                </c:pt>
                <c:pt idx="1184">
                  <c:v>43820</c:v>
                </c:pt>
                <c:pt idx="1185">
                  <c:v>43821</c:v>
                </c:pt>
                <c:pt idx="1186">
                  <c:v>43822</c:v>
                </c:pt>
                <c:pt idx="1187">
                  <c:v>43823</c:v>
                </c:pt>
                <c:pt idx="1188">
                  <c:v>43824</c:v>
                </c:pt>
                <c:pt idx="1189">
                  <c:v>43825</c:v>
                </c:pt>
                <c:pt idx="1190">
                  <c:v>43826</c:v>
                </c:pt>
                <c:pt idx="1191">
                  <c:v>43827</c:v>
                </c:pt>
                <c:pt idx="1192">
                  <c:v>43828</c:v>
                </c:pt>
                <c:pt idx="1193">
                  <c:v>43829</c:v>
                </c:pt>
                <c:pt idx="1194">
                  <c:v>43830</c:v>
                </c:pt>
                <c:pt idx="1195">
                  <c:v>43831</c:v>
                </c:pt>
                <c:pt idx="1196">
                  <c:v>43832</c:v>
                </c:pt>
                <c:pt idx="1197">
                  <c:v>43833</c:v>
                </c:pt>
                <c:pt idx="1198">
                  <c:v>43834</c:v>
                </c:pt>
                <c:pt idx="1199">
                  <c:v>43835</c:v>
                </c:pt>
                <c:pt idx="1200">
                  <c:v>43836</c:v>
                </c:pt>
                <c:pt idx="1201">
                  <c:v>43837</c:v>
                </c:pt>
                <c:pt idx="1202">
                  <c:v>43838</c:v>
                </c:pt>
                <c:pt idx="1203">
                  <c:v>43839</c:v>
                </c:pt>
                <c:pt idx="1204">
                  <c:v>43840</c:v>
                </c:pt>
                <c:pt idx="1205">
                  <c:v>43841</c:v>
                </c:pt>
                <c:pt idx="1206">
                  <c:v>43842</c:v>
                </c:pt>
                <c:pt idx="1207">
                  <c:v>43843</c:v>
                </c:pt>
                <c:pt idx="1208">
                  <c:v>43844</c:v>
                </c:pt>
                <c:pt idx="1209">
                  <c:v>43845</c:v>
                </c:pt>
                <c:pt idx="1210">
                  <c:v>43846</c:v>
                </c:pt>
                <c:pt idx="1211">
                  <c:v>43847</c:v>
                </c:pt>
                <c:pt idx="1212">
                  <c:v>43848</c:v>
                </c:pt>
                <c:pt idx="1213">
                  <c:v>43849</c:v>
                </c:pt>
                <c:pt idx="1214">
                  <c:v>43850</c:v>
                </c:pt>
                <c:pt idx="1215">
                  <c:v>43851</c:v>
                </c:pt>
                <c:pt idx="1216">
                  <c:v>43852</c:v>
                </c:pt>
                <c:pt idx="1217">
                  <c:v>43853</c:v>
                </c:pt>
                <c:pt idx="1218">
                  <c:v>43854</c:v>
                </c:pt>
                <c:pt idx="1219">
                  <c:v>43855</c:v>
                </c:pt>
                <c:pt idx="1220">
                  <c:v>43856</c:v>
                </c:pt>
                <c:pt idx="1221">
                  <c:v>43857</c:v>
                </c:pt>
                <c:pt idx="1222">
                  <c:v>43858</c:v>
                </c:pt>
                <c:pt idx="1223">
                  <c:v>43859</c:v>
                </c:pt>
                <c:pt idx="1224">
                  <c:v>43860</c:v>
                </c:pt>
                <c:pt idx="1225">
                  <c:v>43861</c:v>
                </c:pt>
                <c:pt idx="1226">
                  <c:v>43862</c:v>
                </c:pt>
                <c:pt idx="1227">
                  <c:v>43863</c:v>
                </c:pt>
                <c:pt idx="1228">
                  <c:v>43864</c:v>
                </c:pt>
                <c:pt idx="1229">
                  <c:v>43865</c:v>
                </c:pt>
                <c:pt idx="1230">
                  <c:v>43866</c:v>
                </c:pt>
                <c:pt idx="1231">
                  <c:v>43867</c:v>
                </c:pt>
                <c:pt idx="1232">
                  <c:v>43868</c:v>
                </c:pt>
                <c:pt idx="1233">
                  <c:v>43869</c:v>
                </c:pt>
                <c:pt idx="1234">
                  <c:v>43870</c:v>
                </c:pt>
                <c:pt idx="1235">
                  <c:v>43871</c:v>
                </c:pt>
                <c:pt idx="1236">
                  <c:v>43872</c:v>
                </c:pt>
                <c:pt idx="1237">
                  <c:v>43873</c:v>
                </c:pt>
                <c:pt idx="1238">
                  <c:v>43874</c:v>
                </c:pt>
                <c:pt idx="1239">
                  <c:v>43875</c:v>
                </c:pt>
                <c:pt idx="1240">
                  <c:v>43876</c:v>
                </c:pt>
                <c:pt idx="1241">
                  <c:v>43877</c:v>
                </c:pt>
                <c:pt idx="1242">
                  <c:v>43878</c:v>
                </c:pt>
                <c:pt idx="1243">
                  <c:v>43879</c:v>
                </c:pt>
                <c:pt idx="1244">
                  <c:v>43880</c:v>
                </c:pt>
                <c:pt idx="1245">
                  <c:v>43881</c:v>
                </c:pt>
                <c:pt idx="1246">
                  <c:v>43882</c:v>
                </c:pt>
                <c:pt idx="1247">
                  <c:v>43883</c:v>
                </c:pt>
                <c:pt idx="1248">
                  <c:v>43884</c:v>
                </c:pt>
                <c:pt idx="1249">
                  <c:v>43885</c:v>
                </c:pt>
                <c:pt idx="1250">
                  <c:v>43886</c:v>
                </c:pt>
                <c:pt idx="1251">
                  <c:v>43887</c:v>
                </c:pt>
                <c:pt idx="1252">
                  <c:v>43888</c:v>
                </c:pt>
                <c:pt idx="1253">
                  <c:v>43889</c:v>
                </c:pt>
                <c:pt idx="1254">
                  <c:v>43890</c:v>
                </c:pt>
                <c:pt idx="1255">
                  <c:v>43891</c:v>
                </c:pt>
                <c:pt idx="1256">
                  <c:v>43892</c:v>
                </c:pt>
                <c:pt idx="1257">
                  <c:v>43893</c:v>
                </c:pt>
                <c:pt idx="1258">
                  <c:v>43894</c:v>
                </c:pt>
                <c:pt idx="1259">
                  <c:v>43895</c:v>
                </c:pt>
                <c:pt idx="1260">
                  <c:v>43896</c:v>
                </c:pt>
                <c:pt idx="1261">
                  <c:v>43897</c:v>
                </c:pt>
                <c:pt idx="1262">
                  <c:v>43898</c:v>
                </c:pt>
                <c:pt idx="1263">
                  <c:v>43899</c:v>
                </c:pt>
                <c:pt idx="1264">
                  <c:v>43900</c:v>
                </c:pt>
                <c:pt idx="1265">
                  <c:v>43901</c:v>
                </c:pt>
                <c:pt idx="1266">
                  <c:v>43902</c:v>
                </c:pt>
                <c:pt idx="1267">
                  <c:v>43903</c:v>
                </c:pt>
                <c:pt idx="1268">
                  <c:v>43904</c:v>
                </c:pt>
                <c:pt idx="1269">
                  <c:v>43905</c:v>
                </c:pt>
                <c:pt idx="1270">
                  <c:v>43906</c:v>
                </c:pt>
                <c:pt idx="1271">
                  <c:v>43907</c:v>
                </c:pt>
                <c:pt idx="1272">
                  <c:v>43908</c:v>
                </c:pt>
                <c:pt idx="1273">
                  <c:v>43909</c:v>
                </c:pt>
                <c:pt idx="1274">
                  <c:v>43910</c:v>
                </c:pt>
                <c:pt idx="1275">
                  <c:v>43911</c:v>
                </c:pt>
                <c:pt idx="1276">
                  <c:v>43912</c:v>
                </c:pt>
                <c:pt idx="1277">
                  <c:v>43913</c:v>
                </c:pt>
                <c:pt idx="1278">
                  <c:v>43914</c:v>
                </c:pt>
                <c:pt idx="1279">
                  <c:v>43915</c:v>
                </c:pt>
                <c:pt idx="1280">
                  <c:v>43916</c:v>
                </c:pt>
                <c:pt idx="1281">
                  <c:v>43917</c:v>
                </c:pt>
                <c:pt idx="1282">
                  <c:v>43918</c:v>
                </c:pt>
                <c:pt idx="1283">
                  <c:v>43919</c:v>
                </c:pt>
                <c:pt idx="1284">
                  <c:v>43920</c:v>
                </c:pt>
                <c:pt idx="1285">
                  <c:v>43921</c:v>
                </c:pt>
                <c:pt idx="1286">
                  <c:v>43922</c:v>
                </c:pt>
                <c:pt idx="1287">
                  <c:v>43923</c:v>
                </c:pt>
                <c:pt idx="1288">
                  <c:v>43924</c:v>
                </c:pt>
                <c:pt idx="1289">
                  <c:v>43925</c:v>
                </c:pt>
                <c:pt idx="1290">
                  <c:v>43926</c:v>
                </c:pt>
                <c:pt idx="1291">
                  <c:v>43927</c:v>
                </c:pt>
                <c:pt idx="1292">
                  <c:v>43928</c:v>
                </c:pt>
                <c:pt idx="1293">
                  <c:v>43929</c:v>
                </c:pt>
                <c:pt idx="1294">
                  <c:v>43930</c:v>
                </c:pt>
                <c:pt idx="1295">
                  <c:v>43931</c:v>
                </c:pt>
                <c:pt idx="1296">
                  <c:v>43932</c:v>
                </c:pt>
                <c:pt idx="1297">
                  <c:v>43933</c:v>
                </c:pt>
                <c:pt idx="1298">
                  <c:v>43934</c:v>
                </c:pt>
                <c:pt idx="1299">
                  <c:v>43935</c:v>
                </c:pt>
                <c:pt idx="1300">
                  <c:v>43936</c:v>
                </c:pt>
                <c:pt idx="1301">
                  <c:v>43937</c:v>
                </c:pt>
                <c:pt idx="1302">
                  <c:v>43938</c:v>
                </c:pt>
                <c:pt idx="1303">
                  <c:v>43939</c:v>
                </c:pt>
                <c:pt idx="1304">
                  <c:v>43940</c:v>
                </c:pt>
                <c:pt idx="1305">
                  <c:v>43941</c:v>
                </c:pt>
                <c:pt idx="1306">
                  <c:v>43942</c:v>
                </c:pt>
                <c:pt idx="1307">
                  <c:v>43943</c:v>
                </c:pt>
                <c:pt idx="1308">
                  <c:v>43944</c:v>
                </c:pt>
                <c:pt idx="1309">
                  <c:v>43945</c:v>
                </c:pt>
                <c:pt idx="1310">
                  <c:v>43946</c:v>
                </c:pt>
                <c:pt idx="1311">
                  <c:v>43947</c:v>
                </c:pt>
                <c:pt idx="1312">
                  <c:v>43948</c:v>
                </c:pt>
                <c:pt idx="1313">
                  <c:v>43949</c:v>
                </c:pt>
                <c:pt idx="1314">
                  <c:v>43950</c:v>
                </c:pt>
                <c:pt idx="1315">
                  <c:v>43951</c:v>
                </c:pt>
                <c:pt idx="1316">
                  <c:v>43952</c:v>
                </c:pt>
                <c:pt idx="1317">
                  <c:v>43953</c:v>
                </c:pt>
                <c:pt idx="1318">
                  <c:v>43954</c:v>
                </c:pt>
                <c:pt idx="1319">
                  <c:v>43955</c:v>
                </c:pt>
                <c:pt idx="1320">
                  <c:v>43956</c:v>
                </c:pt>
                <c:pt idx="1321">
                  <c:v>43957</c:v>
                </c:pt>
                <c:pt idx="1322">
                  <c:v>43958</c:v>
                </c:pt>
                <c:pt idx="1323">
                  <c:v>43959</c:v>
                </c:pt>
                <c:pt idx="1324">
                  <c:v>43960</c:v>
                </c:pt>
                <c:pt idx="1325">
                  <c:v>43961</c:v>
                </c:pt>
                <c:pt idx="1326">
                  <c:v>43962</c:v>
                </c:pt>
                <c:pt idx="1327">
                  <c:v>43963</c:v>
                </c:pt>
                <c:pt idx="1328">
                  <c:v>43964</c:v>
                </c:pt>
                <c:pt idx="1329">
                  <c:v>43965</c:v>
                </c:pt>
                <c:pt idx="1330">
                  <c:v>43966</c:v>
                </c:pt>
                <c:pt idx="1331">
                  <c:v>43967</c:v>
                </c:pt>
                <c:pt idx="1332">
                  <c:v>43968</c:v>
                </c:pt>
                <c:pt idx="1333">
                  <c:v>43969</c:v>
                </c:pt>
                <c:pt idx="1334">
                  <c:v>43970</c:v>
                </c:pt>
                <c:pt idx="1335">
                  <c:v>43971</c:v>
                </c:pt>
                <c:pt idx="1336">
                  <c:v>43972</c:v>
                </c:pt>
                <c:pt idx="1337">
                  <c:v>43973</c:v>
                </c:pt>
                <c:pt idx="1338">
                  <c:v>43974</c:v>
                </c:pt>
                <c:pt idx="1339">
                  <c:v>43975</c:v>
                </c:pt>
                <c:pt idx="1340">
                  <c:v>43976</c:v>
                </c:pt>
                <c:pt idx="1341">
                  <c:v>43977</c:v>
                </c:pt>
                <c:pt idx="1342">
                  <c:v>43978</c:v>
                </c:pt>
                <c:pt idx="1343">
                  <c:v>43979</c:v>
                </c:pt>
                <c:pt idx="1344">
                  <c:v>43980</c:v>
                </c:pt>
                <c:pt idx="1345">
                  <c:v>43981</c:v>
                </c:pt>
                <c:pt idx="1346">
                  <c:v>43982</c:v>
                </c:pt>
                <c:pt idx="1347">
                  <c:v>43983</c:v>
                </c:pt>
                <c:pt idx="1348">
                  <c:v>43984</c:v>
                </c:pt>
                <c:pt idx="1349">
                  <c:v>43985</c:v>
                </c:pt>
                <c:pt idx="1350">
                  <c:v>43986</c:v>
                </c:pt>
                <c:pt idx="1351">
                  <c:v>43987</c:v>
                </c:pt>
                <c:pt idx="1352">
                  <c:v>43988</c:v>
                </c:pt>
                <c:pt idx="1353">
                  <c:v>43989</c:v>
                </c:pt>
                <c:pt idx="1354">
                  <c:v>43990</c:v>
                </c:pt>
                <c:pt idx="1355">
                  <c:v>43991</c:v>
                </c:pt>
                <c:pt idx="1356">
                  <c:v>43992</c:v>
                </c:pt>
                <c:pt idx="1357">
                  <c:v>43993</c:v>
                </c:pt>
                <c:pt idx="1358">
                  <c:v>43994</c:v>
                </c:pt>
                <c:pt idx="1359">
                  <c:v>43995</c:v>
                </c:pt>
                <c:pt idx="1360">
                  <c:v>43996</c:v>
                </c:pt>
                <c:pt idx="1361">
                  <c:v>43997</c:v>
                </c:pt>
                <c:pt idx="1362">
                  <c:v>43998</c:v>
                </c:pt>
                <c:pt idx="1363">
                  <c:v>43999</c:v>
                </c:pt>
                <c:pt idx="1364">
                  <c:v>44000</c:v>
                </c:pt>
                <c:pt idx="1365">
                  <c:v>44001</c:v>
                </c:pt>
                <c:pt idx="1366">
                  <c:v>44002</c:v>
                </c:pt>
                <c:pt idx="1367">
                  <c:v>44003</c:v>
                </c:pt>
                <c:pt idx="1368">
                  <c:v>44004</c:v>
                </c:pt>
                <c:pt idx="1369">
                  <c:v>44005</c:v>
                </c:pt>
                <c:pt idx="1370">
                  <c:v>44006</c:v>
                </c:pt>
                <c:pt idx="1371">
                  <c:v>44007</c:v>
                </c:pt>
                <c:pt idx="1372">
                  <c:v>44008</c:v>
                </c:pt>
                <c:pt idx="1373">
                  <c:v>44009</c:v>
                </c:pt>
                <c:pt idx="1374">
                  <c:v>44010</c:v>
                </c:pt>
                <c:pt idx="1375">
                  <c:v>44011</c:v>
                </c:pt>
                <c:pt idx="1376">
                  <c:v>44012</c:v>
                </c:pt>
                <c:pt idx="1377">
                  <c:v>44013</c:v>
                </c:pt>
                <c:pt idx="1378">
                  <c:v>44014</c:v>
                </c:pt>
                <c:pt idx="1379">
                  <c:v>44015</c:v>
                </c:pt>
                <c:pt idx="1380">
                  <c:v>44016</c:v>
                </c:pt>
                <c:pt idx="1381">
                  <c:v>44017</c:v>
                </c:pt>
                <c:pt idx="1382">
                  <c:v>44018</c:v>
                </c:pt>
                <c:pt idx="1383">
                  <c:v>44019</c:v>
                </c:pt>
                <c:pt idx="1384">
                  <c:v>44020</c:v>
                </c:pt>
                <c:pt idx="1385">
                  <c:v>44021</c:v>
                </c:pt>
                <c:pt idx="1386">
                  <c:v>44022</c:v>
                </c:pt>
                <c:pt idx="1387">
                  <c:v>44023</c:v>
                </c:pt>
                <c:pt idx="1388">
                  <c:v>44024</c:v>
                </c:pt>
                <c:pt idx="1389">
                  <c:v>44025</c:v>
                </c:pt>
                <c:pt idx="1390">
                  <c:v>44026</c:v>
                </c:pt>
                <c:pt idx="1391">
                  <c:v>44027</c:v>
                </c:pt>
                <c:pt idx="1392">
                  <c:v>44028</c:v>
                </c:pt>
                <c:pt idx="1393">
                  <c:v>44029</c:v>
                </c:pt>
                <c:pt idx="1394">
                  <c:v>44030</c:v>
                </c:pt>
                <c:pt idx="1395">
                  <c:v>44031</c:v>
                </c:pt>
                <c:pt idx="1396">
                  <c:v>44032</c:v>
                </c:pt>
                <c:pt idx="1397">
                  <c:v>44033</c:v>
                </c:pt>
                <c:pt idx="1398">
                  <c:v>44034</c:v>
                </c:pt>
                <c:pt idx="1399">
                  <c:v>44035</c:v>
                </c:pt>
                <c:pt idx="1400">
                  <c:v>44036</c:v>
                </c:pt>
                <c:pt idx="1401">
                  <c:v>44037</c:v>
                </c:pt>
                <c:pt idx="1402">
                  <c:v>44038</c:v>
                </c:pt>
                <c:pt idx="1403">
                  <c:v>44039</c:v>
                </c:pt>
                <c:pt idx="1404">
                  <c:v>44040</c:v>
                </c:pt>
                <c:pt idx="1405">
                  <c:v>44041</c:v>
                </c:pt>
                <c:pt idx="1406">
                  <c:v>44042</c:v>
                </c:pt>
                <c:pt idx="1407">
                  <c:v>44043</c:v>
                </c:pt>
                <c:pt idx="1408">
                  <c:v>44044</c:v>
                </c:pt>
                <c:pt idx="1409">
                  <c:v>44045</c:v>
                </c:pt>
                <c:pt idx="1410">
                  <c:v>44046</c:v>
                </c:pt>
                <c:pt idx="1411">
                  <c:v>44047</c:v>
                </c:pt>
                <c:pt idx="1412">
                  <c:v>44048</c:v>
                </c:pt>
                <c:pt idx="1413">
                  <c:v>44049</c:v>
                </c:pt>
                <c:pt idx="1414">
                  <c:v>44050</c:v>
                </c:pt>
                <c:pt idx="1415">
                  <c:v>44051</c:v>
                </c:pt>
                <c:pt idx="1416">
                  <c:v>44052</c:v>
                </c:pt>
                <c:pt idx="1417">
                  <c:v>44053</c:v>
                </c:pt>
                <c:pt idx="1418">
                  <c:v>44054</c:v>
                </c:pt>
                <c:pt idx="1419">
                  <c:v>44055</c:v>
                </c:pt>
                <c:pt idx="1420">
                  <c:v>44056</c:v>
                </c:pt>
                <c:pt idx="1421">
                  <c:v>44057</c:v>
                </c:pt>
                <c:pt idx="1422">
                  <c:v>44058</c:v>
                </c:pt>
                <c:pt idx="1423">
                  <c:v>44059</c:v>
                </c:pt>
                <c:pt idx="1424">
                  <c:v>44060</c:v>
                </c:pt>
                <c:pt idx="1425">
                  <c:v>44061</c:v>
                </c:pt>
                <c:pt idx="1426">
                  <c:v>44062</c:v>
                </c:pt>
                <c:pt idx="1427">
                  <c:v>44063</c:v>
                </c:pt>
                <c:pt idx="1428">
                  <c:v>44064</c:v>
                </c:pt>
                <c:pt idx="1429">
                  <c:v>44065</c:v>
                </c:pt>
                <c:pt idx="1430">
                  <c:v>44066</c:v>
                </c:pt>
                <c:pt idx="1431">
                  <c:v>44067</c:v>
                </c:pt>
                <c:pt idx="1432">
                  <c:v>44068</c:v>
                </c:pt>
                <c:pt idx="1433">
                  <c:v>44069</c:v>
                </c:pt>
                <c:pt idx="1434">
                  <c:v>44070</c:v>
                </c:pt>
                <c:pt idx="1435">
                  <c:v>44071</c:v>
                </c:pt>
                <c:pt idx="1436">
                  <c:v>44072</c:v>
                </c:pt>
                <c:pt idx="1437">
                  <c:v>44073</c:v>
                </c:pt>
                <c:pt idx="1438">
                  <c:v>44074</c:v>
                </c:pt>
                <c:pt idx="1439">
                  <c:v>44075</c:v>
                </c:pt>
                <c:pt idx="1440">
                  <c:v>44076</c:v>
                </c:pt>
                <c:pt idx="1441">
                  <c:v>44077</c:v>
                </c:pt>
                <c:pt idx="1442">
                  <c:v>44078</c:v>
                </c:pt>
                <c:pt idx="1443">
                  <c:v>44079</c:v>
                </c:pt>
                <c:pt idx="1444">
                  <c:v>44080</c:v>
                </c:pt>
                <c:pt idx="1445">
                  <c:v>44081</c:v>
                </c:pt>
                <c:pt idx="1446">
                  <c:v>44082</c:v>
                </c:pt>
                <c:pt idx="1447">
                  <c:v>44083</c:v>
                </c:pt>
                <c:pt idx="1448">
                  <c:v>44084</c:v>
                </c:pt>
                <c:pt idx="1449">
                  <c:v>44085</c:v>
                </c:pt>
                <c:pt idx="1450">
                  <c:v>44086</c:v>
                </c:pt>
                <c:pt idx="1451">
                  <c:v>44087</c:v>
                </c:pt>
                <c:pt idx="1452">
                  <c:v>44088</c:v>
                </c:pt>
                <c:pt idx="1453">
                  <c:v>44089</c:v>
                </c:pt>
                <c:pt idx="1454">
                  <c:v>44090</c:v>
                </c:pt>
                <c:pt idx="1455">
                  <c:v>44091</c:v>
                </c:pt>
                <c:pt idx="1456">
                  <c:v>44092</c:v>
                </c:pt>
                <c:pt idx="1457">
                  <c:v>44093</c:v>
                </c:pt>
                <c:pt idx="1458">
                  <c:v>44094</c:v>
                </c:pt>
                <c:pt idx="1459">
                  <c:v>44095</c:v>
                </c:pt>
                <c:pt idx="1460">
                  <c:v>44096</c:v>
                </c:pt>
                <c:pt idx="1461">
                  <c:v>44097</c:v>
                </c:pt>
                <c:pt idx="1462">
                  <c:v>44098</c:v>
                </c:pt>
                <c:pt idx="1463">
                  <c:v>44099</c:v>
                </c:pt>
                <c:pt idx="1464">
                  <c:v>44100</c:v>
                </c:pt>
                <c:pt idx="1465">
                  <c:v>44101</c:v>
                </c:pt>
                <c:pt idx="1466">
                  <c:v>44102</c:v>
                </c:pt>
                <c:pt idx="1467">
                  <c:v>44103</c:v>
                </c:pt>
                <c:pt idx="1468">
                  <c:v>44104</c:v>
                </c:pt>
                <c:pt idx="1469">
                  <c:v>44105</c:v>
                </c:pt>
                <c:pt idx="1470">
                  <c:v>44106</c:v>
                </c:pt>
                <c:pt idx="1471">
                  <c:v>44107</c:v>
                </c:pt>
                <c:pt idx="1472">
                  <c:v>44108</c:v>
                </c:pt>
                <c:pt idx="1473">
                  <c:v>44109</c:v>
                </c:pt>
                <c:pt idx="1474">
                  <c:v>44110</c:v>
                </c:pt>
                <c:pt idx="1475">
                  <c:v>44111</c:v>
                </c:pt>
                <c:pt idx="1476">
                  <c:v>44112</c:v>
                </c:pt>
                <c:pt idx="1477">
                  <c:v>44113</c:v>
                </c:pt>
                <c:pt idx="1478">
                  <c:v>44114</c:v>
                </c:pt>
                <c:pt idx="1479">
                  <c:v>44115</c:v>
                </c:pt>
                <c:pt idx="1480">
                  <c:v>44116</c:v>
                </c:pt>
                <c:pt idx="1481">
                  <c:v>44117</c:v>
                </c:pt>
                <c:pt idx="1482">
                  <c:v>44118</c:v>
                </c:pt>
                <c:pt idx="1483">
                  <c:v>44119</c:v>
                </c:pt>
                <c:pt idx="1484">
                  <c:v>44120</c:v>
                </c:pt>
                <c:pt idx="1485">
                  <c:v>44121</c:v>
                </c:pt>
                <c:pt idx="1486">
                  <c:v>44122</c:v>
                </c:pt>
                <c:pt idx="1487">
                  <c:v>44123</c:v>
                </c:pt>
                <c:pt idx="1488">
                  <c:v>44124</c:v>
                </c:pt>
                <c:pt idx="1489">
                  <c:v>44125</c:v>
                </c:pt>
                <c:pt idx="1490">
                  <c:v>44126</c:v>
                </c:pt>
                <c:pt idx="1491">
                  <c:v>44127</c:v>
                </c:pt>
                <c:pt idx="1492">
                  <c:v>44128</c:v>
                </c:pt>
                <c:pt idx="1493">
                  <c:v>44129</c:v>
                </c:pt>
                <c:pt idx="1494">
                  <c:v>44130</c:v>
                </c:pt>
                <c:pt idx="1495">
                  <c:v>44131</c:v>
                </c:pt>
                <c:pt idx="1496">
                  <c:v>44132</c:v>
                </c:pt>
                <c:pt idx="1497">
                  <c:v>44133</c:v>
                </c:pt>
                <c:pt idx="1498">
                  <c:v>44134</c:v>
                </c:pt>
                <c:pt idx="1499">
                  <c:v>44135</c:v>
                </c:pt>
                <c:pt idx="1500">
                  <c:v>44136</c:v>
                </c:pt>
                <c:pt idx="1501">
                  <c:v>44137</c:v>
                </c:pt>
                <c:pt idx="1502">
                  <c:v>44138</c:v>
                </c:pt>
                <c:pt idx="1503">
                  <c:v>44139</c:v>
                </c:pt>
                <c:pt idx="1504">
                  <c:v>44140</c:v>
                </c:pt>
                <c:pt idx="1505">
                  <c:v>44141</c:v>
                </c:pt>
                <c:pt idx="1506">
                  <c:v>44142</c:v>
                </c:pt>
                <c:pt idx="1507">
                  <c:v>44143</c:v>
                </c:pt>
                <c:pt idx="1508">
                  <c:v>44144</c:v>
                </c:pt>
                <c:pt idx="1509">
                  <c:v>44145</c:v>
                </c:pt>
                <c:pt idx="1510">
                  <c:v>44146</c:v>
                </c:pt>
                <c:pt idx="1511">
                  <c:v>44147</c:v>
                </c:pt>
                <c:pt idx="1512">
                  <c:v>44148</c:v>
                </c:pt>
                <c:pt idx="1513">
                  <c:v>44149</c:v>
                </c:pt>
                <c:pt idx="1514">
                  <c:v>44150</c:v>
                </c:pt>
                <c:pt idx="1515">
                  <c:v>44151</c:v>
                </c:pt>
                <c:pt idx="1516">
                  <c:v>44152</c:v>
                </c:pt>
                <c:pt idx="1517">
                  <c:v>44153</c:v>
                </c:pt>
                <c:pt idx="1518">
                  <c:v>44154</c:v>
                </c:pt>
                <c:pt idx="1519">
                  <c:v>44155</c:v>
                </c:pt>
                <c:pt idx="1520">
                  <c:v>44156</c:v>
                </c:pt>
                <c:pt idx="1521">
                  <c:v>44157</c:v>
                </c:pt>
                <c:pt idx="1522">
                  <c:v>44158</c:v>
                </c:pt>
                <c:pt idx="1523">
                  <c:v>44159</c:v>
                </c:pt>
                <c:pt idx="1524">
                  <c:v>44160</c:v>
                </c:pt>
                <c:pt idx="1525">
                  <c:v>44161</c:v>
                </c:pt>
                <c:pt idx="1526">
                  <c:v>44162</c:v>
                </c:pt>
                <c:pt idx="1527">
                  <c:v>44163</c:v>
                </c:pt>
                <c:pt idx="1528">
                  <c:v>44164</c:v>
                </c:pt>
                <c:pt idx="1529">
                  <c:v>44165</c:v>
                </c:pt>
                <c:pt idx="1530">
                  <c:v>44166</c:v>
                </c:pt>
                <c:pt idx="1531">
                  <c:v>44167</c:v>
                </c:pt>
                <c:pt idx="1532">
                  <c:v>44168</c:v>
                </c:pt>
                <c:pt idx="1533">
                  <c:v>44169</c:v>
                </c:pt>
                <c:pt idx="1534">
                  <c:v>44170</c:v>
                </c:pt>
                <c:pt idx="1535">
                  <c:v>44171</c:v>
                </c:pt>
                <c:pt idx="1536">
                  <c:v>44172</c:v>
                </c:pt>
                <c:pt idx="1537">
                  <c:v>44173</c:v>
                </c:pt>
                <c:pt idx="1538">
                  <c:v>44174</c:v>
                </c:pt>
                <c:pt idx="1539">
                  <c:v>44175</c:v>
                </c:pt>
                <c:pt idx="1540">
                  <c:v>44176</c:v>
                </c:pt>
                <c:pt idx="1541">
                  <c:v>44177</c:v>
                </c:pt>
                <c:pt idx="1542">
                  <c:v>44178</c:v>
                </c:pt>
                <c:pt idx="1543">
                  <c:v>44179</c:v>
                </c:pt>
                <c:pt idx="1544">
                  <c:v>44180</c:v>
                </c:pt>
                <c:pt idx="1545">
                  <c:v>44181</c:v>
                </c:pt>
                <c:pt idx="1546">
                  <c:v>44182</c:v>
                </c:pt>
                <c:pt idx="1547">
                  <c:v>44183</c:v>
                </c:pt>
                <c:pt idx="1548">
                  <c:v>44184</c:v>
                </c:pt>
                <c:pt idx="1549">
                  <c:v>44185</c:v>
                </c:pt>
                <c:pt idx="1550">
                  <c:v>44186</c:v>
                </c:pt>
                <c:pt idx="1551">
                  <c:v>44187</c:v>
                </c:pt>
                <c:pt idx="1552">
                  <c:v>44188</c:v>
                </c:pt>
                <c:pt idx="1553">
                  <c:v>44189</c:v>
                </c:pt>
                <c:pt idx="1554">
                  <c:v>44190</c:v>
                </c:pt>
                <c:pt idx="1555">
                  <c:v>44191</c:v>
                </c:pt>
                <c:pt idx="1556">
                  <c:v>44192</c:v>
                </c:pt>
                <c:pt idx="1557">
                  <c:v>44193</c:v>
                </c:pt>
                <c:pt idx="1558">
                  <c:v>44194</c:v>
                </c:pt>
                <c:pt idx="1559">
                  <c:v>44195</c:v>
                </c:pt>
                <c:pt idx="1560">
                  <c:v>44196</c:v>
                </c:pt>
                <c:pt idx="1561">
                  <c:v>44197</c:v>
                </c:pt>
                <c:pt idx="1562">
                  <c:v>44198</c:v>
                </c:pt>
                <c:pt idx="1563">
                  <c:v>44199</c:v>
                </c:pt>
                <c:pt idx="1564">
                  <c:v>44200</c:v>
                </c:pt>
                <c:pt idx="1565">
                  <c:v>44201</c:v>
                </c:pt>
                <c:pt idx="1566">
                  <c:v>44202</c:v>
                </c:pt>
                <c:pt idx="1567">
                  <c:v>44203</c:v>
                </c:pt>
                <c:pt idx="1568">
                  <c:v>44204</c:v>
                </c:pt>
                <c:pt idx="1569">
                  <c:v>44205</c:v>
                </c:pt>
                <c:pt idx="1570">
                  <c:v>44206</c:v>
                </c:pt>
                <c:pt idx="1571">
                  <c:v>44207</c:v>
                </c:pt>
                <c:pt idx="1572">
                  <c:v>44208</c:v>
                </c:pt>
                <c:pt idx="1573">
                  <c:v>44209</c:v>
                </c:pt>
                <c:pt idx="1574">
                  <c:v>44210</c:v>
                </c:pt>
                <c:pt idx="1575">
                  <c:v>44211</c:v>
                </c:pt>
                <c:pt idx="1576">
                  <c:v>44212</c:v>
                </c:pt>
                <c:pt idx="1577">
                  <c:v>44213</c:v>
                </c:pt>
                <c:pt idx="1578">
                  <c:v>44214</c:v>
                </c:pt>
                <c:pt idx="1579">
                  <c:v>44215</c:v>
                </c:pt>
                <c:pt idx="1580">
                  <c:v>44216</c:v>
                </c:pt>
                <c:pt idx="1581">
                  <c:v>44217</c:v>
                </c:pt>
                <c:pt idx="1582">
                  <c:v>44218</c:v>
                </c:pt>
                <c:pt idx="1583">
                  <c:v>44219</c:v>
                </c:pt>
                <c:pt idx="1584">
                  <c:v>44220</c:v>
                </c:pt>
                <c:pt idx="1585">
                  <c:v>44221</c:v>
                </c:pt>
                <c:pt idx="1586">
                  <c:v>44222</c:v>
                </c:pt>
                <c:pt idx="1587">
                  <c:v>44223</c:v>
                </c:pt>
                <c:pt idx="1588">
                  <c:v>44224</c:v>
                </c:pt>
                <c:pt idx="1589">
                  <c:v>44225</c:v>
                </c:pt>
                <c:pt idx="1590">
                  <c:v>44226</c:v>
                </c:pt>
                <c:pt idx="1591">
                  <c:v>44227</c:v>
                </c:pt>
                <c:pt idx="1592">
                  <c:v>44228</c:v>
                </c:pt>
                <c:pt idx="1593">
                  <c:v>44229</c:v>
                </c:pt>
                <c:pt idx="1594">
                  <c:v>44230</c:v>
                </c:pt>
                <c:pt idx="1595">
                  <c:v>44231</c:v>
                </c:pt>
                <c:pt idx="1596">
                  <c:v>44232</c:v>
                </c:pt>
                <c:pt idx="1597">
                  <c:v>44233</c:v>
                </c:pt>
                <c:pt idx="1598">
                  <c:v>44234</c:v>
                </c:pt>
                <c:pt idx="1599">
                  <c:v>44235</c:v>
                </c:pt>
                <c:pt idx="1600">
                  <c:v>44236</c:v>
                </c:pt>
                <c:pt idx="1601">
                  <c:v>44237</c:v>
                </c:pt>
                <c:pt idx="1602">
                  <c:v>44238</c:v>
                </c:pt>
                <c:pt idx="1603">
                  <c:v>44239</c:v>
                </c:pt>
                <c:pt idx="1604">
                  <c:v>44240</c:v>
                </c:pt>
                <c:pt idx="1605">
                  <c:v>44241</c:v>
                </c:pt>
                <c:pt idx="1606">
                  <c:v>44242</c:v>
                </c:pt>
                <c:pt idx="1607">
                  <c:v>44243</c:v>
                </c:pt>
                <c:pt idx="1608">
                  <c:v>44244</c:v>
                </c:pt>
                <c:pt idx="1609">
                  <c:v>44245</c:v>
                </c:pt>
                <c:pt idx="1610">
                  <c:v>44246</c:v>
                </c:pt>
                <c:pt idx="1611">
                  <c:v>44247</c:v>
                </c:pt>
                <c:pt idx="1612">
                  <c:v>44248</c:v>
                </c:pt>
                <c:pt idx="1613">
                  <c:v>44249</c:v>
                </c:pt>
                <c:pt idx="1614">
                  <c:v>44250</c:v>
                </c:pt>
                <c:pt idx="1615">
                  <c:v>44251</c:v>
                </c:pt>
                <c:pt idx="1616">
                  <c:v>44252</c:v>
                </c:pt>
                <c:pt idx="1617">
                  <c:v>44253</c:v>
                </c:pt>
                <c:pt idx="1618">
                  <c:v>44254</c:v>
                </c:pt>
                <c:pt idx="1619">
                  <c:v>44255</c:v>
                </c:pt>
                <c:pt idx="1620">
                  <c:v>44256</c:v>
                </c:pt>
                <c:pt idx="1621">
                  <c:v>44257</c:v>
                </c:pt>
                <c:pt idx="1622">
                  <c:v>44258</c:v>
                </c:pt>
                <c:pt idx="1623">
                  <c:v>44259</c:v>
                </c:pt>
                <c:pt idx="1624">
                  <c:v>44260</c:v>
                </c:pt>
                <c:pt idx="1625">
                  <c:v>44261</c:v>
                </c:pt>
                <c:pt idx="1626">
                  <c:v>44262</c:v>
                </c:pt>
                <c:pt idx="1627">
                  <c:v>44263</c:v>
                </c:pt>
                <c:pt idx="1628">
                  <c:v>44264</c:v>
                </c:pt>
                <c:pt idx="1629">
                  <c:v>44265</c:v>
                </c:pt>
                <c:pt idx="1630">
                  <c:v>44266</c:v>
                </c:pt>
                <c:pt idx="1631">
                  <c:v>44267</c:v>
                </c:pt>
                <c:pt idx="1632">
                  <c:v>44268</c:v>
                </c:pt>
                <c:pt idx="1633">
                  <c:v>44269</c:v>
                </c:pt>
                <c:pt idx="1634">
                  <c:v>44270</c:v>
                </c:pt>
                <c:pt idx="1635">
                  <c:v>44271</c:v>
                </c:pt>
                <c:pt idx="1636">
                  <c:v>44272</c:v>
                </c:pt>
                <c:pt idx="1637">
                  <c:v>44273</c:v>
                </c:pt>
                <c:pt idx="1638">
                  <c:v>44274</c:v>
                </c:pt>
                <c:pt idx="1639">
                  <c:v>44275</c:v>
                </c:pt>
                <c:pt idx="1640">
                  <c:v>44276</c:v>
                </c:pt>
                <c:pt idx="1641">
                  <c:v>44277</c:v>
                </c:pt>
                <c:pt idx="1642">
                  <c:v>44278</c:v>
                </c:pt>
                <c:pt idx="1643">
                  <c:v>44279</c:v>
                </c:pt>
                <c:pt idx="1644">
                  <c:v>44280</c:v>
                </c:pt>
                <c:pt idx="1645">
                  <c:v>44281</c:v>
                </c:pt>
                <c:pt idx="1646">
                  <c:v>44282</c:v>
                </c:pt>
                <c:pt idx="1647">
                  <c:v>44283</c:v>
                </c:pt>
                <c:pt idx="1648">
                  <c:v>44284</c:v>
                </c:pt>
                <c:pt idx="1649">
                  <c:v>44285</c:v>
                </c:pt>
                <c:pt idx="1650">
                  <c:v>44286</c:v>
                </c:pt>
                <c:pt idx="1651">
                  <c:v>44287</c:v>
                </c:pt>
                <c:pt idx="1652">
                  <c:v>44288</c:v>
                </c:pt>
                <c:pt idx="1653">
                  <c:v>44289</c:v>
                </c:pt>
                <c:pt idx="1654">
                  <c:v>44290</c:v>
                </c:pt>
                <c:pt idx="1655">
                  <c:v>44291</c:v>
                </c:pt>
                <c:pt idx="1656">
                  <c:v>44292</c:v>
                </c:pt>
                <c:pt idx="1657">
                  <c:v>44293</c:v>
                </c:pt>
                <c:pt idx="1658">
                  <c:v>44294</c:v>
                </c:pt>
                <c:pt idx="1659">
                  <c:v>44295</c:v>
                </c:pt>
                <c:pt idx="1660">
                  <c:v>44296</c:v>
                </c:pt>
                <c:pt idx="1661">
                  <c:v>44297</c:v>
                </c:pt>
                <c:pt idx="1662">
                  <c:v>44298</c:v>
                </c:pt>
                <c:pt idx="1663">
                  <c:v>44299</c:v>
                </c:pt>
                <c:pt idx="1664">
                  <c:v>44300</c:v>
                </c:pt>
                <c:pt idx="1665">
                  <c:v>44301</c:v>
                </c:pt>
                <c:pt idx="1666">
                  <c:v>44302</c:v>
                </c:pt>
                <c:pt idx="1667">
                  <c:v>44303</c:v>
                </c:pt>
                <c:pt idx="1668">
                  <c:v>44304</c:v>
                </c:pt>
                <c:pt idx="1669">
                  <c:v>44305</c:v>
                </c:pt>
                <c:pt idx="1670">
                  <c:v>44306</c:v>
                </c:pt>
                <c:pt idx="1671">
                  <c:v>44307</c:v>
                </c:pt>
                <c:pt idx="1672">
                  <c:v>44308</c:v>
                </c:pt>
                <c:pt idx="1673">
                  <c:v>44309</c:v>
                </c:pt>
                <c:pt idx="1674">
                  <c:v>44310</c:v>
                </c:pt>
                <c:pt idx="1675">
                  <c:v>44311</c:v>
                </c:pt>
                <c:pt idx="1676">
                  <c:v>44312</c:v>
                </c:pt>
                <c:pt idx="1677">
                  <c:v>44313</c:v>
                </c:pt>
                <c:pt idx="1678">
                  <c:v>44314</c:v>
                </c:pt>
                <c:pt idx="1679">
                  <c:v>44315</c:v>
                </c:pt>
                <c:pt idx="1680">
                  <c:v>44316</c:v>
                </c:pt>
                <c:pt idx="1681">
                  <c:v>44317</c:v>
                </c:pt>
                <c:pt idx="1682">
                  <c:v>44318</c:v>
                </c:pt>
                <c:pt idx="1683">
                  <c:v>44319</c:v>
                </c:pt>
                <c:pt idx="1684">
                  <c:v>44320</c:v>
                </c:pt>
                <c:pt idx="1685">
                  <c:v>44321</c:v>
                </c:pt>
                <c:pt idx="1686">
                  <c:v>44322</c:v>
                </c:pt>
                <c:pt idx="1687">
                  <c:v>44323</c:v>
                </c:pt>
                <c:pt idx="1688">
                  <c:v>44324</c:v>
                </c:pt>
                <c:pt idx="1689">
                  <c:v>44325</c:v>
                </c:pt>
                <c:pt idx="1690">
                  <c:v>44326</c:v>
                </c:pt>
                <c:pt idx="1691">
                  <c:v>44327</c:v>
                </c:pt>
                <c:pt idx="1692">
                  <c:v>44328</c:v>
                </c:pt>
                <c:pt idx="1693">
                  <c:v>44329</c:v>
                </c:pt>
                <c:pt idx="1694">
                  <c:v>44330</c:v>
                </c:pt>
                <c:pt idx="1695">
                  <c:v>44331</c:v>
                </c:pt>
                <c:pt idx="1696">
                  <c:v>44332</c:v>
                </c:pt>
                <c:pt idx="1697">
                  <c:v>44333</c:v>
                </c:pt>
                <c:pt idx="1698">
                  <c:v>44334</c:v>
                </c:pt>
                <c:pt idx="1699">
                  <c:v>44335</c:v>
                </c:pt>
                <c:pt idx="1700">
                  <c:v>44336</c:v>
                </c:pt>
                <c:pt idx="1701">
                  <c:v>44337</c:v>
                </c:pt>
                <c:pt idx="1702">
                  <c:v>44338</c:v>
                </c:pt>
                <c:pt idx="1703">
                  <c:v>44339</c:v>
                </c:pt>
                <c:pt idx="1704">
                  <c:v>44340</c:v>
                </c:pt>
                <c:pt idx="1705">
                  <c:v>44341</c:v>
                </c:pt>
                <c:pt idx="1706">
                  <c:v>44342</c:v>
                </c:pt>
                <c:pt idx="1707">
                  <c:v>44343</c:v>
                </c:pt>
                <c:pt idx="1708">
                  <c:v>44344</c:v>
                </c:pt>
                <c:pt idx="1709">
                  <c:v>44345</c:v>
                </c:pt>
                <c:pt idx="1710">
                  <c:v>44346</c:v>
                </c:pt>
                <c:pt idx="1711">
                  <c:v>44347</c:v>
                </c:pt>
                <c:pt idx="1712">
                  <c:v>44348</c:v>
                </c:pt>
                <c:pt idx="1713">
                  <c:v>44349</c:v>
                </c:pt>
                <c:pt idx="1714">
                  <c:v>44350</c:v>
                </c:pt>
                <c:pt idx="1715">
                  <c:v>44351</c:v>
                </c:pt>
                <c:pt idx="1716">
                  <c:v>44352</c:v>
                </c:pt>
                <c:pt idx="1717">
                  <c:v>44353</c:v>
                </c:pt>
                <c:pt idx="1718">
                  <c:v>44354</c:v>
                </c:pt>
                <c:pt idx="1719">
                  <c:v>44355</c:v>
                </c:pt>
                <c:pt idx="1720">
                  <c:v>44356</c:v>
                </c:pt>
                <c:pt idx="1721">
                  <c:v>44357</c:v>
                </c:pt>
                <c:pt idx="1722">
                  <c:v>44358</c:v>
                </c:pt>
                <c:pt idx="1723">
                  <c:v>44359</c:v>
                </c:pt>
                <c:pt idx="1724">
                  <c:v>44360</c:v>
                </c:pt>
                <c:pt idx="1725">
                  <c:v>44361</c:v>
                </c:pt>
                <c:pt idx="1726">
                  <c:v>44362</c:v>
                </c:pt>
                <c:pt idx="1727">
                  <c:v>44363</c:v>
                </c:pt>
                <c:pt idx="1728">
                  <c:v>44364</c:v>
                </c:pt>
                <c:pt idx="1729">
                  <c:v>44365</c:v>
                </c:pt>
                <c:pt idx="1730">
                  <c:v>44366</c:v>
                </c:pt>
                <c:pt idx="1731">
                  <c:v>44367</c:v>
                </c:pt>
                <c:pt idx="1732">
                  <c:v>44368</c:v>
                </c:pt>
                <c:pt idx="1733">
                  <c:v>44369</c:v>
                </c:pt>
                <c:pt idx="1734">
                  <c:v>44370</c:v>
                </c:pt>
                <c:pt idx="1735">
                  <c:v>44371</c:v>
                </c:pt>
                <c:pt idx="1736">
                  <c:v>44372</c:v>
                </c:pt>
                <c:pt idx="1737">
                  <c:v>44373</c:v>
                </c:pt>
                <c:pt idx="1738">
                  <c:v>44374</c:v>
                </c:pt>
                <c:pt idx="1739">
                  <c:v>44375</c:v>
                </c:pt>
                <c:pt idx="1740">
                  <c:v>44376</c:v>
                </c:pt>
                <c:pt idx="1741">
                  <c:v>44377</c:v>
                </c:pt>
                <c:pt idx="1742">
                  <c:v>44378</c:v>
                </c:pt>
                <c:pt idx="1743">
                  <c:v>44379</c:v>
                </c:pt>
                <c:pt idx="1744">
                  <c:v>44380</c:v>
                </c:pt>
                <c:pt idx="1745">
                  <c:v>44381</c:v>
                </c:pt>
                <c:pt idx="1746">
                  <c:v>44382</c:v>
                </c:pt>
                <c:pt idx="1747">
                  <c:v>44383</c:v>
                </c:pt>
                <c:pt idx="1748">
                  <c:v>44384</c:v>
                </c:pt>
                <c:pt idx="1749">
                  <c:v>44385</c:v>
                </c:pt>
                <c:pt idx="1750">
                  <c:v>44386</c:v>
                </c:pt>
                <c:pt idx="1751">
                  <c:v>44387</c:v>
                </c:pt>
                <c:pt idx="1752">
                  <c:v>44388</c:v>
                </c:pt>
                <c:pt idx="1753">
                  <c:v>44389</c:v>
                </c:pt>
                <c:pt idx="1754">
                  <c:v>44390</c:v>
                </c:pt>
                <c:pt idx="1755">
                  <c:v>44391</c:v>
                </c:pt>
                <c:pt idx="1756">
                  <c:v>44392</c:v>
                </c:pt>
                <c:pt idx="1757">
                  <c:v>44393</c:v>
                </c:pt>
                <c:pt idx="1758">
                  <c:v>44394</c:v>
                </c:pt>
                <c:pt idx="1759">
                  <c:v>44395</c:v>
                </c:pt>
                <c:pt idx="1760">
                  <c:v>44396</c:v>
                </c:pt>
                <c:pt idx="1761">
                  <c:v>44397</c:v>
                </c:pt>
                <c:pt idx="1762">
                  <c:v>44398</c:v>
                </c:pt>
                <c:pt idx="1763">
                  <c:v>44399</c:v>
                </c:pt>
                <c:pt idx="1764">
                  <c:v>44400</c:v>
                </c:pt>
                <c:pt idx="1765">
                  <c:v>44401</c:v>
                </c:pt>
                <c:pt idx="1766">
                  <c:v>44402</c:v>
                </c:pt>
                <c:pt idx="1767">
                  <c:v>44403</c:v>
                </c:pt>
                <c:pt idx="1768">
                  <c:v>44404</c:v>
                </c:pt>
                <c:pt idx="1769">
                  <c:v>44405</c:v>
                </c:pt>
                <c:pt idx="1770">
                  <c:v>44406</c:v>
                </c:pt>
                <c:pt idx="1771">
                  <c:v>44407</c:v>
                </c:pt>
                <c:pt idx="1772">
                  <c:v>44408</c:v>
                </c:pt>
                <c:pt idx="1773">
                  <c:v>44409</c:v>
                </c:pt>
                <c:pt idx="1774">
                  <c:v>44410</c:v>
                </c:pt>
                <c:pt idx="1775">
                  <c:v>44411</c:v>
                </c:pt>
                <c:pt idx="1776">
                  <c:v>44412</c:v>
                </c:pt>
                <c:pt idx="1777">
                  <c:v>44413</c:v>
                </c:pt>
                <c:pt idx="1778">
                  <c:v>44414</c:v>
                </c:pt>
                <c:pt idx="1779">
                  <c:v>44415</c:v>
                </c:pt>
                <c:pt idx="1780">
                  <c:v>44416</c:v>
                </c:pt>
                <c:pt idx="1781">
                  <c:v>44417</c:v>
                </c:pt>
                <c:pt idx="1782">
                  <c:v>44418</c:v>
                </c:pt>
                <c:pt idx="1783">
                  <c:v>44419</c:v>
                </c:pt>
                <c:pt idx="1784">
                  <c:v>44420</c:v>
                </c:pt>
                <c:pt idx="1785">
                  <c:v>44421</c:v>
                </c:pt>
                <c:pt idx="1786">
                  <c:v>44422</c:v>
                </c:pt>
                <c:pt idx="1787">
                  <c:v>44423</c:v>
                </c:pt>
                <c:pt idx="1788">
                  <c:v>44424</c:v>
                </c:pt>
                <c:pt idx="1789">
                  <c:v>44425</c:v>
                </c:pt>
                <c:pt idx="1790">
                  <c:v>44426</c:v>
                </c:pt>
                <c:pt idx="1791">
                  <c:v>44427</c:v>
                </c:pt>
                <c:pt idx="1792">
                  <c:v>44428</c:v>
                </c:pt>
                <c:pt idx="1793">
                  <c:v>44429</c:v>
                </c:pt>
                <c:pt idx="1794">
                  <c:v>44430</c:v>
                </c:pt>
                <c:pt idx="1795">
                  <c:v>44431</c:v>
                </c:pt>
                <c:pt idx="1796">
                  <c:v>44432</c:v>
                </c:pt>
                <c:pt idx="1797">
                  <c:v>44433</c:v>
                </c:pt>
                <c:pt idx="1798">
                  <c:v>44434</c:v>
                </c:pt>
                <c:pt idx="1799">
                  <c:v>44435</c:v>
                </c:pt>
                <c:pt idx="1800">
                  <c:v>44436</c:v>
                </c:pt>
                <c:pt idx="1801">
                  <c:v>44437</c:v>
                </c:pt>
                <c:pt idx="1802">
                  <c:v>44438</c:v>
                </c:pt>
                <c:pt idx="1803">
                  <c:v>44439</c:v>
                </c:pt>
                <c:pt idx="1804">
                  <c:v>44440</c:v>
                </c:pt>
                <c:pt idx="1805">
                  <c:v>44441</c:v>
                </c:pt>
                <c:pt idx="1806">
                  <c:v>44442</c:v>
                </c:pt>
                <c:pt idx="1807">
                  <c:v>44443</c:v>
                </c:pt>
                <c:pt idx="1808">
                  <c:v>44444</c:v>
                </c:pt>
                <c:pt idx="1809">
                  <c:v>44445</c:v>
                </c:pt>
                <c:pt idx="1810">
                  <c:v>44446</c:v>
                </c:pt>
                <c:pt idx="1811">
                  <c:v>44447</c:v>
                </c:pt>
                <c:pt idx="1812">
                  <c:v>44448</c:v>
                </c:pt>
                <c:pt idx="1813">
                  <c:v>44449</c:v>
                </c:pt>
                <c:pt idx="1814">
                  <c:v>44450</c:v>
                </c:pt>
                <c:pt idx="1815">
                  <c:v>44451</c:v>
                </c:pt>
                <c:pt idx="1816">
                  <c:v>44452</c:v>
                </c:pt>
                <c:pt idx="1817">
                  <c:v>44453</c:v>
                </c:pt>
                <c:pt idx="1818">
                  <c:v>44454</c:v>
                </c:pt>
                <c:pt idx="1819">
                  <c:v>44455</c:v>
                </c:pt>
                <c:pt idx="1820">
                  <c:v>44456</c:v>
                </c:pt>
                <c:pt idx="1821">
                  <c:v>44457</c:v>
                </c:pt>
                <c:pt idx="1822">
                  <c:v>44458</c:v>
                </c:pt>
                <c:pt idx="1823">
                  <c:v>44459</c:v>
                </c:pt>
                <c:pt idx="1824">
                  <c:v>44460</c:v>
                </c:pt>
                <c:pt idx="1825">
                  <c:v>44461</c:v>
                </c:pt>
                <c:pt idx="1826">
                  <c:v>44462</c:v>
                </c:pt>
                <c:pt idx="1827">
                  <c:v>44463</c:v>
                </c:pt>
                <c:pt idx="1828">
                  <c:v>44464</c:v>
                </c:pt>
                <c:pt idx="1829">
                  <c:v>44465</c:v>
                </c:pt>
                <c:pt idx="1830">
                  <c:v>44466</c:v>
                </c:pt>
                <c:pt idx="1831">
                  <c:v>44467</c:v>
                </c:pt>
                <c:pt idx="1832">
                  <c:v>44468</c:v>
                </c:pt>
                <c:pt idx="1833">
                  <c:v>44469</c:v>
                </c:pt>
                <c:pt idx="1834">
                  <c:v>44470</c:v>
                </c:pt>
                <c:pt idx="1835">
                  <c:v>44471</c:v>
                </c:pt>
                <c:pt idx="1836">
                  <c:v>44472</c:v>
                </c:pt>
                <c:pt idx="1837">
                  <c:v>44473</c:v>
                </c:pt>
                <c:pt idx="1838">
                  <c:v>44474</c:v>
                </c:pt>
                <c:pt idx="1839">
                  <c:v>44475</c:v>
                </c:pt>
                <c:pt idx="1840">
                  <c:v>44476</c:v>
                </c:pt>
                <c:pt idx="1841">
                  <c:v>44477</c:v>
                </c:pt>
                <c:pt idx="1842">
                  <c:v>44478</c:v>
                </c:pt>
                <c:pt idx="1843">
                  <c:v>44479</c:v>
                </c:pt>
                <c:pt idx="1844">
                  <c:v>44480</c:v>
                </c:pt>
                <c:pt idx="1845">
                  <c:v>44481</c:v>
                </c:pt>
                <c:pt idx="1846">
                  <c:v>44482</c:v>
                </c:pt>
                <c:pt idx="1847">
                  <c:v>44483</c:v>
                </c:pt>
                <c:pt idx="1848">
                  <c:v>44484</c:v>
                </c:pt>
                <c:pt idx="1849">
                  <c:v>44485</c:v>
                </c:pt>
                <c:pt idx="1850">
                  <c:v>44486</c:v>
                </c:pt>
                <c:pt idx="1851">
                  <c:v>44487</c:v>
                </c:pt>
                <c:pt idx="1852">
                  <c:v>44488</c:v>
                </c:pt>
                <c:pt idx="1853">
                  <c:v>44489</c:v>
                </c:pt>
                <c:pt idx="1854">
                  <c:v>44490</c:v>
                </c:pt>
                <c:pt idx="1855">
                  <c:v>44491</c:v>
                </c:pt>
                <c:pt idx="1856">
                  <c:v>44492</c:v>
                </c:pt>
                <c:pt idx="1857">
                  <c:v>44493</c:v>
                </c:pt>
                <c:pt idx="1858">
                  <c:v>44494</c:v>
                </c:pt>
                <c:pt idx="1859">
                  <c:v>44495</c:v>
                </c:pt>
                <c:pt idx="1860">
                  <c:v>44496</c:v>
                </c:pt>
                <c:pt idx="1861">
                  <c:v>44497</c:v>
                </c:pt>
                <c:pt idx="1862">
                  <c:v>44498</c:v>
                </c:pt>
                <c:pt idx="1863">
                  <c:v>44499</c:v>
                </c:pt>
                <c:pt idx="1864">
                  <c:v>44500</c:v>
                </c:pt>
                <c:pt idx="1865">
                  <c:v>44501</c:v>
                </c:pt>
                <c:pt idx="1866">
                  <c:v>44502</c:v>
                </c:pt>
                <c:pt idx="1867">
                  <c:v>44503</c:v>
                </c:pt>
                <c:pt idx="1868">
                  <c:v>44504</c:v>
                </c:pt>
                <c:pt idx="1869">
                  <c:v>44505</c:v>
                </c:pt>
                <c:pt idx="1870">
                  <c:v>44506</c:v>
                </c:pt>
                <c:pt idx="1871">
                  <c:v>44507</c:v>
                </c:pt>
                <c:pt idx="1872">
                  <c:v>44508</c:v>
                </c:pt>
                <c:pt idx="1873">
                  <c:v>44509</c:v>
                </c:pt>
                <c:pt idx="1874">
                  <c:v>44510</c:v>
                </c:pt>
                <c:pt idx="1875">
                  <c:v>44511</c:v>
                </c:pt>
                <c:pt idx="1876">
                  <c:v>44512</c:v>
                </c:pt>
                <c:pt idx="1877">
                  <c:v>44513</c:v>
                </c:pt>
                <c:pt idx="1878">
                  <c:v>44514</c:v>
                </c:pt>
                <c:pt idx="1879">
                  <c:v>44515</c:v>
                </c:pt>
                <c:pt idx="1880">
                  <c:v>44516</c:v>
                </c:pt>
                <c:pt idx="1881">
                  <c:v>44517</c:v>
                </c:pt>
                <c:pt idx="1882">
                  <c:v>44518</c:v>
                </c:pt>
                <c:pt idx="1883">
                  <c:v>44519</c:v>
                </c:pt>
                <c:pt idx="1884">
                  <c:v>44520</c:v>
                </c:pt>
                <c:pt idx="1885">
                  <c:v>44521</c:v>
                </c:pt>
                <c:pt idx="1886">
                  <c:v>44522</c:v>
                </c:pt>
                <c:pt idx="1887">
                  <c:v>44523</c:v>
                </c:pt>
                <c:pt idx="1888">
                  <c:v>44524</c:v>
                </c:pt>
                <c:pt idx="1889">
                  <c:v>44525</c:v>
                </c:pt>
                <c:pt idx="1890">
                  <c:v>44526</c:v>
                </c:pt>
                <c:pt idx="1891">
                  <c:v>44527</c:v>
                </c:pt>
                <c:pt idx="1892">
                  <c:v>44528</c:v>
                </c:pt>
                <c:pt idx="1893">
                  <c:v>44529</c:v>
                </c:pt>
                <c:pt idx="1894">
                  <c:v>44530</c:v>
                </c:pt>
                <c:pt idx="1895">
                  <c:v>44531</c:v>
                </c:pt>
                <c:pt idx="1896">
                  <c:v>44532</c:v>
                </c:pt>
                <c:pt idx="1897">
                  <c:v>44533</c:v>
                </c:pt>
                <c:pt idx="1898">
                  <c:v>44534</c:v>
                </c:pt>
                <c:pt idx="1899">
                  <c:v>44535</c:v>
                </c:pt>
                <c:pt idx="1900">
                  <c:v>44536</c:v>
                </c:pt>
                <c:pt idx="1901">
                  <c:v>44537</c:v>
                </c:pt>
                <c:pt idx="1902">
                  <c:v>44538</c:v>
                </c:pt>
                <c:pt idx="1903">
                  <c:v>44539</c:v>
                </c:pt>
                <c:pt idx="1904">
                  <c:v>44540</c:v>
                </c:pt>
                <c:pt idx="1905">
                  <c:v>44541</c:v>
                </c:pt>
                <c:pt idx="1906">
                  <c:v>44542</c:v>
                </c:pt>
                <c:pt idx="1907">
                  <c:v>44543</c:v>
                </c:pt>
                <c:pt idx="1908">
                  <c:v>44544</c:v>
                </c:pt>
                <c:pt idx="1909">
                  <c:v>44545</c:v>
                </c:pt>
                <c:pt idx="1910">
                  <c:v>44546</c:v>
                </c:pt>
                <c:pt idx="1911">
                  <c:v>44547</c:v>
                </c:pt>
                <c:pt idx="1912">
                  <c:v>44548</c:v>
                </c:pt>
                <c:pt idx="1913">
                  <c:v>44549</c:v>
                </c:pt>
                <c:pt idx="1914">
                  <c:v>44550</c:v>
                </c:pt>
                <c:pt idx="1915">
                  <c:v>44551</c:v>
                </c:pt>
                <c:pt idx="1916">
                  <c:v>44552</c:v>
                </c:pt>
                <c:pt idx="1917">
                  <c:v>44553</c:v>
                </c:pt>
                <c:pt idx="1918">
                  <c:v>44554</c:v>
                </c:pt>
                <c:pt idx="1919">
                  <c:v>44555</c:v>
                </c:pt>
                <c:pt idx="1920">
                  <c:v>44556</c:v>
                </c:pt>
                <c:pt idx="1921">
                  <c:v>44557</c:v>
                </c:pt>
                <c:pt idx="1922">
                  <c:v>44558</c:v>
                </c:pt>
                <c:pt idx="1923">
                  <c:v>44559</c:v>
                </c:pt>
                <c:pt idx="1924">
                  <c:v>44560</c:v>
                </c:pt>
                <c:pt idx="1925">
                  <c:v>44561</c:v>
                </c:pt>
                <c:pt idx="1926">
                  <c:v>44562</c:v>
                </c:pt>
                <c:pt idx="1927">
                  <c:v>44563</c:v>
                </c:pt>
                <c:pt idx="1928">
                  <c:v>44564</c:v>
                </c:pt>
                <c:pt idx="1929">
                  <c:v>44565</c:v>
                </c:pt>
                <c:pt idx="1930">
                  <c:v>44566</c:v>
                </c:pt>
                <c:pt idx="1931">
                  <c:v>44567</c:v>
                </c:pt>
                <c:pt idx="1932">
                  <c:v>44568</c:v>
                </c:pt>
                <c:pt idx="1933">
                  <c:v>44569</c:v>
                </c:pt>
                <c:pt idx="1934">
                  <c:v>44570</c:v>
                </c:pt>
                <c:pt idx="1935">
                  <c:v>44571</c:v>
                </c:pt>
                <c:pt idx="1936">
                  <c:v>44572</c:v>
                </c:pt>
                <c:pt idx="1937">
                  <c:v>44573</c:v>
                </c:pt>
                <c:pt idx="1938">
                  <c:v>44574</c:v>
                </c:pt>
                <c:pt idx="1939">
                  <c:v>44575</c:v>
                </c:pt>
                <c:pt idx="1940">
                  <c:v>44576</c:v>
                </c:pt>
                <c:pt idx="1941">
                  <c:v>44577</c:v>
                </c:pt>
                <c:pt idx="1942">
                  <c:v>44578</c:v>
                </c:pt>
                <c:pt idx="1943">
                  <c:v>44579</c:v>
                </c:pt>
                <c:pt idx="1944">
                  <c:v>44580</c:v>
                </c:pt>
                <c:pt idx="1945">
                  <c:v>44581</c:v>
                </c:pt>
                <c:pt idx="1946">
                  <c:v>44582</c:v>
                </c:pt>
                <c:pt idx="1947">
                  <c:v>44583</c:v>
                </c:pt>
                <c:pt idx="1948">
                  <c:v>44584</c:v>
                </c:pt>
                <c:pt idx="1949">
                  <c:v>44585</c:v>
                </c:pt>
                <c:pt idx="1950">
                  <c:v>44586</c:v>
                </c:pt>
                <c:pt idx="1951">
                  <c:v>44587</c:v>
                </c:pt>
                <c:pt idx="1952">
                  <c:v>44588</c:v>
                </c:pt>
                <c:pt idx="1953">
                  <c:v>44589</c:v>
                </c:pt>
                <c:pt idx="1954">
                  <c:v>44590</c:v>
                </c:pt>
                <c:pt idx="1955">
                  <c:v>44591</c:v>
                </c:pt>
                <c:pt idx="1956">
                  <c:v>44592</c:v>
                </c:pt>
                <c:pt idx="1957">
                  <c:v>44593</c:v>
                </c:pt>
                <c:pt idx="1958">
                  <c:v>44594</c:v>
                </c:pt>
                <c:pt idx="1959">
                  <c:v>44595</c:v>
                </c:pt>
                <c:pt idx="1960">
                  <c:v>44596</c:v>
                </c:pt>
                <c:pt idx="1961">
                  <c:v>44597</c:v>
                </c:pt>
                <c:pt idx="1962">
                  <c:v>44598</c:v>
                </c:pt>
                <c:pt idx="1963">
                  <c:v>44599</c:v>
                </c:pt>
                <c:pt idx="1964">
                  <c:v>44600</c:v>
                </c:pt>
                <c:pt idx="1965">
                  <c:v>44601</c:v>
                </c:pt>
                <c:pt idx="1966">
                  <c:v>44602</c:v>
                </c:pt>
                <c:pt idx="1967">
                  <c:v>44603</c:v>
                </c:pt>
                <c:pt idx="1968">
                  <c:v>44604</c:v>
                </c:pt>
                <c:pt idx="1969">
                  <c:v>44605</c:v>
                </c:pt>
                <c:pt idx="1970">
                  <c:v>44606</c:v>
                </c:pt>
                <c:pt idx="1971">
                  <c:v>44607</c:v>
                </c:pt>
                <c:pt idx="1972">
                  <c:v>44608</c:v>
                </c:pt>
                <c:pt idx="1973">
                  <c:v>44609</c:v>
                </c:pt>
                <c:pt idx="1974">
                  <c:v>44610</c:v>
                </c:pt>
                <c:pt idx="1975">
                  <c:v>44611</c:v>
                </c:pt>
                <c:pt idx="1976">
                  <c:v>44612</c:v>
                </c:pt>
                <c:pt idx="1977">
                  <c:v>44613</c:v>
                </c:pt>
                <c:pt idx="1978">
                  <c:v>44614</c:v>
                </c:pt>
                <c:pt idx="1979">
                  <c:v>44615</c:v>
                </c:pt>
                <c:pt idx="1980">
                  <c:v>44616</c:v>
                </c:pt>
                <c:pt idx="1981">
                  <c:v>44617</c:v>
                </c:pt>
                <c:pt idx="1982">
                  <c:v>44618</c:v>
                </c:pt>
                <c:pt idx="1983">
                  <c:v>44619</c:v>
                </c:pt>
                <c:pt idx="1984">
                  <c:v>44620</c:v>
                </c:pt>
                <c:pt idx="1985">
                  <c:v>44621</c:v>
                </c:pt>
                <c:pt idx="1986">
                  <c:v>44622</c:v>
                </c:pt>
                <c:pt idx="1987">
                  <c:v>44623</c:v>
                </c:pt>
                <c:pt idx="1988">
                  <c:v>44624</c:v>
                </c:pt>
                <c:pt idx="1989">
                  <c:v>44625</c:v>
                </c:pt>
                <c:pt idx="1990">
                  <c:v>44626</c:v>
                </c:pt>
                <c:pt idx="1991">
                  <c:v>44627</c:v>
                </c:pt>
                <c:pt idx="1992">
                  <c:v>44628</c:v>
                </c:pt>
                <c:pt idx="1993">
                  <c:v>44629</c:v>
                </c:pt>
                <c:pt idx="1994">
                  <c:v>44630</c:v>
                </c:pt>
                <c:pt idx="1995">
                  <c:v>44631</c:v>
                </c:pt>
                <c:pt idx="1996">
                  <c:v>44632</c:v>
                </c:pt>
                <c:pt idx="1997">
                  <c:v>44633</c:v>
                </c:pt>
                <c:pt idx="1998">
                  <c:v>44634</c:v>
                </c:pt>
                <c:pt idx="1999">
                  <c:v>44635</c:v>
                </c:pt>
                <c:pt idx="2000">
                  <c:v>44636</c:v>
                </c:pt>
                <c:pt idx="2001">
                  <c:v>44637</c:v>
                </c:pt>
                <c:pt idx="2002">
                  <c:v>44638</c:v>
                </c:pt>
                <c:pt idx="2003">
                  <c:v>44639</c:v>
                </c:pt>
                <c:pt idx="2004">
                  <c:v>44640</c:v>
                </c:pt>
                <c:pt idx="2005">
                  <c:v>44641</c:v>
                </c:pt>
                <c:pt idx="2006">
                  <c:v>44642</c:v>
                </c:pt>
                <c:pt idx="2007">
                  <c:v>44643</c:v>
                </c:pt>
                <c:pt idx="2008">
                  <c:v>44644</c:v>
                </c:pt>
                <c:pt idx="2009">
                  <c:v>44645</c:v>
                </c:pt>
                <c:pt idx="2010">
                  <c:v>44646</c:v>
                </c:pt>
                <c:pt idx="2011">
                  <c:v>44647</c:v>
                </c:pt>
                <c:pt idx="2012">
                  <c:v>44648</c:v>
                </c:pt>
                <c:pt idx="2013">
                  <c:v>44649</c:v>
                </c:pt>
                <c:pt idx="2014">
                  <c:v>44650</c:v>
                </c:pt>
                <c:pt idx="2015">
                  <c:v>44651</c:v>
                </c:pt>
                <c:pt idx="2016">
                  <c:v>44652</c:v>
                </c:pt>
                <c:pt idx="2017">
                  <c:v>44653</c:v>
                </c:pt>
                <c:pt idx="2018">
                  <c:v>44654</c:v>
                </c:pt>
                <c:pt idx="2019">
                  <c:v>44655</c:v>
                </c:pt>
                <c:pt idx="2020">
                  <c:v>44656</c:v>
                </c:pt>
                <c:pt idx="2021">
                  <c:v>44657</c:v>
                </c:pt>
                <c:pt idx="2022">
                  <c:v>44658</c:v>
                </c:pt>
                <c:pt idx="2023">
                  <c:v>44659</c:v>
                </c:pt>
                <c:pt idx="2024">
                  <c:v>44660</c:v>
                </c:pt>
                <c:pt idx="2025">
                  <c:v>44661</c:v>
                </c:pt>
                <c:pt idx="2026">
                  <c:v>44662</c:v>
                </c:pt>
                <c:pt idx="2027">
                  <c:v>44663</c:v>
                </c:pt>
                <c:pt idx="2028">
                  <c:v>44664</c:v>
                </c:pt>
                <c:pt idx="2029">
                  <c:v>44665</c:v>
                </c:pt>
                <c:pt idx="2030">
                  <c:v>44666</c:v>
                </c:pt>
                <c:pt idx="2031">
                  <c:v>44667</c:v>
                </c:pt>
                <c:pt idx="2032">
                  <c:v>44668</c:v>
                </c:pt>
                <c:pt idx="2033">
                  <c:v>44669</c:v>
                </c:pt>
                <c:pt idx="2034">
                  <c:v>44670</c:v>
                </c:pt>
                <c:pt idx="2035">
                  <c:v>44671</c:v>
                </c:pt>
                <c:pt idx="2036">
                  <c:v>44672</c:v>
                </c:pt>
                <c:pt idx="2037">
                  <c:v>44673</c:v>
                </c:pt>
                <c:pt idx="2038">
                  <c:v>44674</c:v>
                </c:pt>
                <c:pt idx="2039">
                  <c:v>44675</c:v>
                </c:pt>
                <c:pt idx="2040">
                  <c:v>44676</c:v>
                </c:pt>
                <c:pt idx="2041">
                  <c:v>44677</c:v>
                </c:pt>
                <c:pt idx="2042">
                  <c:v>44678</c:v>
                </c:pt>
                <c:pt idx="2043">
                  <c:v>44679</c:v>
                </c:pt>
                <c:pt idx="2044">
                  <c:v>44680</c:v>
                </c:pt>
                <c:pt idx="2045">
                  <c:v>44681</c:v>
                </c:pt>
                <c:pt idx="2046">
                  <c:v>44682</c:v>
                </c:pt>
                <c:pt idx="2047">
                  <c:v>44683</c:v>
                </c:pt>
                <c:pt idx="2048">
                  <c:v>44684</c:v>
                </c:pt>
                <c:pt idx="2049">
                  <c:v>44685</c:v>
                </c:pt>
                <c:pt idx="2050">
                  <c:v>44686</c:v>
                </c:pt>
                <c:pt idx="2051">
                  <c:v>44687</c:v>
                </c:pt>
                <c:pt idx="2052">
                  <c:v>44688</c:v>
                </c:pt>
                <c:pt idx="2053">
                  <c:v>44689</c:v>
                </c:pt>
                <c:pt idx="2054">
                  <c:v>44690</c:v>
                </c:pt>
                <c:pt idx="2055">
                  <c:v>44691</c:v>
                </c:pt>
                <c:pt idx="2056">
                  <c:v>44692</c:v>
                </c:pt>
                <c:pt idx="2057">
                  <c:v>44693</c:v>
                </c:pt>
                <c:pt idx="2058">
                  <c:v>44694</c:v>
                </c:pt>
                <c:pt idx="2059">
                  <c:v>44695</c:v>
                </c:pt>
                <c:pt idx="2060">
                  <c:v>44696</c:v>
                </c:pt>
                <c:pt idx="2061">
                  <c:v>44697</c:v>
                </c:pt>
                <c:pt idx="2062">
                  <c:v>44698</c:v>
                </c:pt>
                <c:pt idx="2063">
                  <c:v>44699</c:v>
                </c:pt>
                <c:pt idx="2064">
                  <c:v>44700</c:v>
                </c:pt>
                <c:pt idx="2065">
                  <c:v>44701</c:v>
                </c:pt>
                <c:pt idx="2066">
                  <c:v>44702</c:v>
                </c:pt>
                <c:pt idx="2067">
                  <c:v>44703</c:v>
                </c:pt>
                <c:pt idx="2068">
                  <c:v>44704</c:v>
                </c:pt>
                <c:pt idx="2069">
                  <c:v>44705</c:v>
                </c:pt>
                <c:pt idx="2070">
                  <c:v>44706</c:v>
                </c:pt>
                <c:pt idx="2071">
                  <c:v>44707</c:v>
                </c:pt>
                <c:pt idx="2072">
                  <c:v>44708</c:v>
                </c:pt>
                <c:pt idx="2073">
                  <c:v>44709</c:v>
                </c:pt>
                <c:pt idx="2074">
                  <c:v>44710</c:v>
                </c:pt>
                <c:pt idx="2075">
                  <c:v>44711</c:v>
                </c:pt>
                <c:pt idx="2076">
                  <c:v>44712</c:v>
                </c:pt>
                <c:pt idx="2077">
                  <c:v>44713</c:v>
                </c:pt>
                <c:pt idx="2078">
                  <c:v>44714</c:v>
                </c:pt>
                <c:pt idx="2079">
                  <c:v>44715</c:v>
                </c:pt>
                <c:pt idx="2080">
                  <c:v>44716</c:v>
                </c:pt>
                <c:pt idx="2081">
                  <c:v>44717</c:v>
                </c:pt>
                <c:pt idx="2082">
                  <c:v>44718</c:v>
                </c:pt>
                <c:pt idx="2083">
                  <c:v>44719</c:v>
                </c:pt>
                <c:pt idx="2084">
                  <c:v>44720</c:v>
                </c:pt>
                <c:pt idx="2085">
                  <c:v>44721</c:v>
                </c:pt>
                <c:pt idx="2086">
                  <c:v>44722</c:v>
                </c:pt>
                <c:pt idx="2087">
                  <c:v>44723</c:v>
                </c:pt>
                <c:pt idx="2088">
                  <c:v>44724</c:v>
                </c:pt>
                <c:pt idx="2089">
                  <c:v>44725</c:v>
                </c:pt>
                <c:pt idx="2090">
                  <c:v>44726</c:v>
                </c:pt>
                <c:pt idx="2091">
                  <c:v>44727</c:v>
                </c:pt>
                <c:pt idx="2092">
                  <c:v>44728</c:v>
                </c:pt>
                <c:pt idx="2093">
                  <c:v>44729</c:v>
                </c:pt>
                <c:pt idx="2094">
                  <c:v>44730</c:v>
                </c:pt>
                <c:pt idx="2095">
                  <c:v>44731</c:v>
                </c:pt>
                <c:pt idx="2096">
                  <c:v>44732</c:v>
                </c:pt>
                <c:pt idx="2097">
                  <c:v>44733</c:v>
                </c:pt>
                <c:pt idx="2098">
                  <c:v>44734</c:v>
                </c:pt>
                <c:pt idx="2099">
                  <c:v>44735</c:v>
                </c:pt>
                <c:pt idx="2100">
                  <c:v>44736</c:v>
                </c:pt>
                <c:pt idx="2101">
                  <c:v>44737</c:v>
                </c:pt>
                <c:pt idx="2102">
                  <c:v>44738</c:v>
                </c:pt>
                <c:pt idx="2103">
                  <c:v>44739</c:v>
                </c:pt>
                <c:pt idx="2104">
                  <c:v>44740</c:v>
                </c:pt>
                <c:pt idx="2105">
                  <c:v>44741</c:v>
                </c:pt>
                <c:pt idx="2106">
                  <c:v>44742</c:v>
                </c:pt>
                <c:pt idx="2107">
                  <c:v>44743</c:v>
                </c:pt>
                <c:pt idx="2108">
                  <c:v>44744</c:v>
                </c:pt>
                <c:pt idx="2109">
                  <c:v>44745</c:v>
                </c:pt>
                <c:pt idx="2110">
                  <c:v>44746</c:v>
                </c:pt>
                <c:pt idx="2111">
                  <c:v>44747</c:v>
                </c:pt>
                <c:pt idx="2112">
                  <c:v>44748</c:v>
                </c:pt>
                <c:pt idx="2113">
                  <c:v>44749</c:v>
                </c:pt>
                <c:pt idx="2114">
                  <c:v>44750</c:v>
                </c:pt>
                <c:pt idx="2115">
                  <c:v>44751</c:v>
                </c:pt>
                <c:pt idx="2116">
                  <c:v>44752</c:v>
                </c:pt>
                <c:pt idx="2117">
                  <c:v>44753</c:v>
                </c:pt>
                <c:pt idx="2118">
                  <c:v>44754</c:v>
                </c:pt>
                <c:pt idx="2119">
                  <c:v>44755</c:v>
                </c:pt>
                <c:pt idx="2120">
                  <c:v>44756</c:v>
                </c:pt>
                <c:pt idx="2121">
                  <c:v>44757</c:v>
                </c:pt>
                <c:pt idx="2122">
                  <c:v>44758</c:v>
                </c:pt>
                <c:pt idx="2123">
                  <c:v>44759</c:v>
                </c:pt>
                <c:pt idx="2124">
                  <c:v>44760</c:v>
                </c:pt>
                <c:pt idx="2125">
                  <c:v>44761</c:v>
                </c:pt>
                <c:pt idx="2126">
                  <c:v>44762</c:v>
                </c:pt>
                <c:pt idx="2127">
                  <c:v>44763</c:v>
                </c:pt>
                <c:pt idx="2128">
                  <c:v>44764</c:v>
                </c:pt>
                <c:pt idx="2129">
                  <c:v>44765</c:v>
                </c:pt>
                <c:pt idx="2130">
                  <c:v>44766</c:v>
                </c:pt>
                <c:pt idx="2131">
                  <c:v>44767</c:v>
                </c:pt>
                <c:pt idx="2132">
                  <c:v>44768</c:v>
                </c:pt>
                <c:pt idx="2133">
                  <c:v>44769</c:v>
                </c:pt>
                <c:pt idx="2134">
                  <c:v>44770</c:v>
                </c:pt>
                <c:pt idx="2135">
                  <c:v>44771</c:v>
                </c:pt>
                <c:pt idx="2136">
                  <c:v>44772</c:v>
                </c:pt>
                <c:pt idx="2137">
                  <c:v>44773</c:v>
                </c:pt>
                <c:pt idx="2138">
                  <c:v>44774</c:v>
                </c:pt>
                <c:pt idx="2139">
                  <c:v>44775</c:v>
                </c:pt>
                <c:pt idx="2140">
                  <c:v>44776</c:v>
                </c:pt>
                <c:pt idx="2141">
                  <c:v>44777</c:v>
                </c:pt>
                <c:pt idx="2142">
                  <c:v>44778</c:v>
                </c:pt>
                <c:pt idx="2143">
                  <c:v>44779</c:v>
                </c:pt>
                <c:pt idx="2144">
                  <c:v>44780</c:v>
                </c:pt>
                <c:pt idx="2145">
                  <c:v>44781</c:v>
                </c:pt>
                <c:pt idx="2146">
                  <c:v>44782</c:v>
                </c:pt>
                <c:pt idx="2147">
                  <c:v>44783</c:v>
                </c:pt>
                <c:pt idx="2148">
                  <c:v>44784</c:v>
                </c:pt>
                <c:pt idx="2149">
                  <c:v>44785</c:v>
                </c:pt>
                <c:pt idx="2150">
                  <c:v>44786</c:v>
                </c:pt>
                <c:pt idx="2151">
                  <c:v>44787</c:v>
                </c:pt>
                <c:pt idx="2152">
                  <c:v>44788</c:v>
                </c:pt>
                <c:pt idx="2153">
                  <c:v>44789</c:v>
                </c:pt>
                <c:pt idx="2154">
                  <c:v>44790</c:v>
                </c:pt>
                <c:pt idx="2155">
                  <c:v>44791</c:v>
                </c:pt>
                <c:pt idx="2156">
                  <c:v>44792</c:v>
                </c:pt>
                <c:pt idx="2157">
                  <c:v>44793</c:v>
                </c:pt>
                <c:pt idx="2158">
                  <c:v>44794</c:v>
                </c:pt>
                <c:pt idx="2159">
                  <c:v>44795</c:v>
                </c:pt>
                <c:pt idx="2160">
                  <c:v>44796</c:v>
                </c:pt>
                <c:pt idx="2161">
                  <c:v>44797</c:v>
                </c:pt>
                <c:pt idx="2162">
                  <c:v>44798</c:v>
                </c:pt>
                <c:pt idx="2163">
                  <c:v>44799</c:v>
                </c:pt>
                <c:pt idx="2164">
                  <c:v>44800</c:v>
                </c:pt>
                <c:pt idx="2165">
                  <c:v>44801</c:v>
                </c:pt>
                <c:pt idx="2166">
                  <c:v>44802</c:v>
                </c:pt>
                <c:pt idx="2167">
                  <c:v>44803</c:v>
                </c:pt>
                <c:pt idx="2168">
                  <c:v>44804</c:v>
                </c:pt>
                <c:pt idx="2169">
                  <c:v>44805</c:v>
                </c:pt>
                <c:pt idx="2170">
                  <c:v>44806</c:v>
                </c:pt>
                <c:pt idx="2171">
                  <c:v>44807</c:v>
                </c:pt>
                <c:pt idx="2172">
                  <c:v>44808</c:v>
                </c:pt>
                <c:pt idx="2173">
                  <c:v>44809</c:v>
                </c:pt>
                <c:pt idx="2174">
                  <c:v>44810</c:v>
                </c:pt>
                <c:pt idx="2175">
                  <c:v>44811</c:v>
                </c:pt>
                <c:pt idx="2176">
                  <c:v>44812</c:v>
                </c:pt>
                <c:pt idx="2177">
                  <c:v>44813</c:v>
                </c:pt>
                <c:pt idx="2178">
                  <c:v>44814</c:v>
                </c:pt>
                <c:pt idx="2179">
                  <c:v>44815</c:v>
                </c:pt>
                <c:pt idx="2180">
                  <c:v>44816</c:v>
                </c:pt>
                <c:pt idx="2181">
                  <c:v>44817</c:v>
                </c:pt>
                <c:pt idx="2182">
                  <c:v>44818</c:v>
                </c:pt>
                <c:pt idx="2183">
                  <c:v>44819</c:v>
                </c:pt>
                <c:pt idx="2184">
                  <c:v>44820</c:v>
                </c:pt>
                <c:pt idx="2185">
                  <c:v>44821</c:v>
                </c:pt>
                <c:pt idx="2186">
                  <c:v>44822</c:v>
                </c:pt>
                <c:pt idx="2187">
                  <c:v>44823</c:v>
                </c:pt>
                <c:pt idx="2188">
                  <c:v>44824</c:v>
                </c:pt>
                <c:pt idx="2189">
                  <c:v>44825</c:v>
                </c:pt>
                <c:pt idx="2190">
                  <c:v>44826</c:v>
                </c:pt>
                <c:pt idx="2191">
                  <c:v>44827</c:v>
                </c:pt>
                <c:pt idx="2192">
                  <c:v>44828</c:v>
                </c:pt>
                <c:pt idx="2193">
                  <c:v>44829</c:v>
                </c:pt>
                <c:pt idx="2194">
                  <c:v>44830</c:v>
                </c:pt>
                <c:pt idx="2195">
                  <c:v>44831</c:v>
                </c:pt>
                <c:pt idx="2196">
                  <c:v>44832</c:v>
                </c:pt>
                <c:pt idx="2197">
                  <c:v>44833</c:v>
                </c:pt>
                <c:pt idx="2198">
                  <c:v>44834</c:v>
                </c:pt>
                <c:pt idx="2199">
                  <c:v>44835</c:v>
                </c:pt>
                <c:pt idx="2200">
                  <c:v>44836</c:v>
                </c:pt>
                <c:pt idx="2201">
                  <c:v>44837</c:v>
                </c:pt>
                <c:pt idx="2202">
                  <c:v>44838</c:v>
                </c:pt>
                <c:pt idx="2203">
                  <c:v>44839</c:v>
                </c:pt>
                <c:pt idx="2204">
                  <c:v>44840</c:v>
                </c:pt>
                <c:pt idx="2205">
                  <c:v>44841</c:v>
                </c:pt>
                <c:pt idx="2206">
                  <c:v>44842</c:v>
                </c:pt>
                <c:pt idx="2207">
                  <c:v>44843</c:v>
                </c:pt>
                <c:pt idx="2208">
                  <c:v>44844</c:v>
                </c:pt>
                <c:pt idx="2209">
                  <c:v>44845</c:v>
                </c:pt>
                <c:pt idx="2210">
                  <c:v>44846</c:v>
                </c:pt>
                <c:pt idx="2211">
                  <c:v>44847</c:v>
                </c:pt>
                <c:pt idx="2212">
                  <c:v>44848</c:v>
                </c:pt>
                <c:pt idx="2213">
                  <c:v>44849</c:v>
                </c:pt>
                <c:pt idx="2214">
                  <c:v>44850</c:v>
                </c:pt>
                <c:pt idx="2215">
                  <c:v>44851</c:v>
                </c:pt>
                <c:pt idx="2216">
                  <c:v>44852</c:v>
                </c:pt>
                <c:pt idx="2217">
                  <c:v>44853</c:v>
                </c:pt>
                <c:pt idx="2218">
                  <c:v>44854</c:v>
                </c:pt>
                <c:pt idx="2219">
                  <c:v>44855</c:v>
                </c:pt>
                <c:pt idx="2220">
                  <c:v>44856</c:v>
                </c:pt>
                <c:pt idx="2221">
                  <c:v>44857</c:v>
                </c:pt>
                <c:pt idx="2222">
                  <c:v>44858</c:v>
                </c:pt>
                <c:pt idx="2223">
                  <c:v>44859</c:v>
                </c:pt>
                <c:pt idx="2224">
                  <c:v>44860</c:v>
                </c:pt>
                <c:pt idx="2225">
                  <c:v>44861</c:v>
                </c:pt>
                <c:pt idx="2226">
                  <c:v>44862</c:v>
                </c:pt>
                <c:pt idx="2227">
                  <c:v>44863</c:v>
                </c:pt>
                <c:pt idx="2228">
                  <c:v>44864</c:v>
                </c:pt>
                <c:pt idx="2229">
                  <c:v>44865</c:v>
                </c:pt>
                <c:pt idx="2230">
                  <c:v>44866</c:v>
                </c:pt>
                <c:pt idx="2231">
                  <c:v>44867</c:v>
                </c:pt>
                <c:pt idx="2232">
                  <c:v>44868</c:v>
                </c:pt>
                <c:pt idx="2233">
                  <c:v>44869</c:v>
                </c:pt>
                <c:pt idx="2234">
                  <c:v>44870</c:v>
                </c:pt>
                <c:pt idx="2235">
                  <c:v>44871</c:v>
                </c:pt>
                <c:pt idx="2236">
                  <c:v>44872</c:v>
                </c:pt>
                <c:pt idx="2237">
                  <c:v>44873</c:v>
                </c:pt>
                <c:pt idx="2238">
                  <c:v>44874</c:v>
                </c:pt>
                <c:pt idx="2239">
                  <c:v>44875</c:v>
                </c:pt>
                <c:pt idx="2240">
                  <c:v>44876</c:v>
                </c:pt>
                <c:pt idx="2241">
                  <c:v>44877</c:v>
                </c:pt>
                <c:pt idx="2242">
                  <c:v>44878</c:v>
                </c:pt>
                <c:pt idx="2243">
                  <c:v>44879</c:v>
                </c:pt>
                <c:pt idx="2244">
                  <c:v>44880</c:v>
                </c:pt>
                <c:pt idx="2245">
                  <c:v>44881</c:v>
                </c:pt>
                <c:pt idx="2246">
                  <c:v>44882</c:v>
                </c:pt>
                <c:pt idx="2247">
                  <c:v>44883</c:v>
                </c:pt>
                <c:pt idx="2248">
                  <c:v>44884</c:v>
                </c:pt>
                <c:pt idx="2249">
                  <c:v>44885</c:v>
                </c:pt>
                <c:pt idx="2250">
                  <c:v>44886</c:v>
                </c:pt>
                <c:pt idx="2251">
                  <c:v>44887</c:v>
                </c:pt>
                <c:pt idx="2252">
                  <c:v>44888</c:v>
                </c:pt>
                <c:pt idx="2253">
                  <c:v>44889</c:v>
                </c:pt>
                <c:pt idx="2254">
                  <c:v>44890</c:v>
                </c:pt>
                <c:pt idx="2255">
                  <c:v>44891</c:v>
                </c:pt>
                <c:pt idx="2256">
                  <c:v>44892</c:v>
                </c:pt>
                <c:pt idx="2257">
                  <c:v>44893</c:v>
                </c:pt>
                <c:pt idx="2258">
                  <c:v>44894</c:v>
                </c:pt>
                <c:pt idx="2259">
                  <c:v>44895</c:v>
                </c:pt>
                <c:pt idx="2260">
                  <c:v>44896</c:v>
                </c:pt>
                <c:pt idx="2261">
                  <c:v>44897</c:v>
                </c:pt>
                <c:pt idx="2262">
                  <c:v>44898</c:v>
                </c:pt>
                <c:pt idx="2263">
                  <c:v>44899</c:v>
                </c:pt>
                <c:pt idx="2264">
                  <c:v>44900</c:v>
                </c:pt>
                <c:pt idx="2265">
                  <c:v>44901</c:v>
                </c:pt>
                <c:pt idx="2266">
                  <c:v>44902</c:v>
                </c:pt>
                <c:pt idx="2267">
                  <c:v>44903</c:v>
                </c:pt>
                <c:pt idx="2268">
                  <c:v>44904</c:v>
                </c:pt>
                <c:pt idx="2269">
                  <c:v>44905</c:v>
                </c:pt>
                <c:pt idx="2270">
                  <c:v>44906</c:v>
                </c:pt>
                <c:pt idx="2271">
                  <c:v>44907</c:v>
                </c:pt>
                <c:pt idx="2272">
                  <c:v>44908</c:v>
                </c:pt>
                <c:pt idx="2273">
                  <c:v>44909</c:v>
                </c:pt>
                <c:pt idx="2274">
                  <c:v>44910</c:v>
                </c:pt>
                <c:pt idx="2275">
                  <c:v>44911</c:v>
                </c:pt>
                <c:pt idx="2276">
                  <c:v>44912</c:v>
                </c:pt>
                <c:pt idx="2277">
                  <c:v>44913</c:v>
                </c:pt>
                <c:pt idx="2278">
                  <c:v>44914</c:v>
                </c:pt>
                <c:pt idx="2279">
                  <c:v>44915</c:v>
                </c:pt>
                <c:pt idx="2280">
                  <c:v>44916</c:v>
                </c:pt>
                <c:pt idx="2281">
                  <c:v>44917</c:v>
                </c:pt>
                <c:pt idx="2282">
                  <c:v>44918</c:v>
                </c:pt>
                <c:pt idx="2283">
                  <c:v>44919</c:v>
                </c:pt>
                <c:pt idx="2284">
                  <c:v>44920</c:v>
                </c:pt>
                <c:pt idx="2285">
                  <c:v>44921</c:v>
                </c:pt>
                <c:pt idx="2286">
                  <c:v>44922</c:v>
                </c:pt>
                <c:pt idx="2287">
                  <c:v>44923</c:v>
                </c:pt>
                <c:pt idx="2288">
                  <c:v>44924</c:v>
                </c:pt>
                <c:pt idx="2289">
                  <c:v>44925</c:v>
                </c:pt>
                <c:pt idx="2290">
                  <c:v>44926</c:v>
                </c:pt>
                <c:pt idx="2291">
                  <c:v>44927</c:v>
                </c:pt>
                <c:pt idx="2292">
                  <c:v>44928</c:v>
                </c:pt>
                <c:pt idx="2293">
                  <c:v>44929</c:v>
                </c:pt>
                <c:pt idx="2294">
                  <c:v>44930</c:v>
                </c:pt>
                <c:pt idx="2295">
                  <c:v>44931</c:v>
                </c:pt>
                <c:pt idx="2296">
                  <c:v>44932</c:v>
                </c:pt>
                <c:pt idx="2297">
                  <c:v>44933</c:v>
                </c:pt>
                <c:pt idx="2298">
                  <c:v>44934</c:v>
                </c:pt>
                <c:pt idx="2299">
                  <c:v>44935</c:v>
                </c:pt>
                <c:pt idx="2300">
                  <c:v>44936</c:v>
                </c:pt>
                <c:pt idx="2301">
                  <c:v>44937</c:v>
                </c:pt>
                <c:pt idx="2302">
                  <c:v>44938</c:v>
                </c:pt>
                <c:pt idx="2303">
                  <c:v>44939</c:v>
                </c:pt>
                <c:pt idx="2304">
                  <c:v>44940</c:v>
                </c:pt>
                <c:pt idx="2305">
                  <c:v>44941</c:v>
                </c:pt>
                <c:pt idx="2306">
                  <c:v>44942</c:v>
                </c:pt>
                <c:pt idx="2307">
                  <c:v>44943</c:v>
                </c:pt>
                <c:pt idx="2308">
                  <c:v>44944</c:v>
                </c:pt>
                <c:pt idx="2309">
                  <c:v>44945</c:v>
                </c:pt>
                <c:pt idx="2310">
                  <c:v>44946</c:v>
                </c:pt>
                <c:pt idx="2311">
                  <c:v>44947</c:v>
                </c:pt>
                <c:pt idx="2312">
                  <c:v>44948</c:v>
                </c:pt>
                <c:pt idx="2313">
                  <c:v>44949</c:v>
                </c:pt>
                <c:pt idx="2314">
                  <c:v>44950</c:v>
                </c:pt>
                <c:pt idx="2315">
                  <c:v>44951</c:v>
                </c:pt>
                <c:pt idx="2316">
                  <c:v>44952</c:v>
                </c:pt>
                <c:pt idx="2317">
                  <c:v>44953</c:v>
                </c:pt>
                <c:pt idx="2318">
                  <c:v>44954</c:v>
                </c:pt>
                <c:pt idx="2319">
                  <c:v>44955</c:v>
                </c:pt>
                <c:pt idx="2320">
                  <c:v>44956</c:v>
                </c:pt>
                <c:pt idx="2321">
                  <c:v>44957</c:v>
                </c:pt>
                <c:pt idx="2322">
                  <c:v>44958</c:v>
                </c:pt>
                <c:pt idx="2323">
                  <c:v>44959</c:v>
                </c:pt>
                <c:pt idx="2324">
                  <c:v>44960</c:v>
                </c:pt>
                <c:pt idx="2325">
                  <c:v>44961</c:v>
                </c:pt>
                <c:pt idx="2326">
                  <c:v>44962</c:v>
                </c:pt>
                <c:pt idx="2327">
                  <c:v>44963</c:v>
                </c:pt>
                <c:pt idx="2328">
                  <c:v>44964</c:v>
                </c:pt>
                <c:pt idx="2329">
                  <c:v>44965</c:v>
                </c:pt>
                <c:pt idx="2330">
                  <c:v>44966</c:v>
                </c:pt>
                <c:pt idx="2331">
                  <c:v>44967</c:v>
                </c:pt>
                <c:pt idx="2332">
                  <c:v>44968</c:v>
                </c:pt>
                <c:pt idx="2333">
                  <c:v>44969</c:v>
                </c:pt>
                <c:pt idx="2334">
                  <c:v>44970</c:v>
                </c:pt>
                <c:pt idx="2335">
                  <c:v>44971</c:v>
                </c:pt>
                <c:pt idx="2336">
                  <c:v>44972</c:v>
                </c:pt>
                <c:pt idx="2337">
                  <c:v>44973</c:v>
                </c:pt>
                <c:pt idx="2338">
                  <c:v>44974</c:v>
                </c:pt>
                <c:pt idx="2339">
                  <c:v>44975</c:v>
                </c:pt>
                <c:pt idx="2340">
                  <c:v>44976</c:v>
                </c:pt>
                <c:pt idx="2341">
                  <c:v>44977</c:v>
                </c:pt>
                <c:pt idx="2342">
                  <c:v>44978</c:v>
                </c:pt>
                <c:pt idx="2343">
                  <c:v>44979</c:v>
                </c:pt>
                <c:pt idx="2344">
                  <c:v>44980</c:v>
                </c:pt>
                <c:pt idx="2345">
                  <c:v>44981</c:v>
                </c:pt>
                <c:pt idx="2346">
                  <c:v>44982</c:v>
                </c:pt>
                <c:pt idx="2347">
                  <c:v>44983</c:v>
                </c:pt>
                <c:pt idx="2348">
                  <c:v>44984</c:v>
                </c:pt>
                <c:pt idx="2349">
                  <c:v>44985</c:v>
                </c:pt>
                <c:pt idx="2350">
                  <c:v>44986</c:v>
                </c:pt>
                <c:pt idx="2351">
                  <c:v>44987</c:v>
                </c:pt>
                <c:pt idx="2352">
                  <c:v>44988</c:v>
                </c:pt>
                <c:pt idx="2353">
                  <c:v>44989</c:v>
                </c:pt>
                <c:pt idx="2354">
                  <c:v>44990</c:v>
                </c:pt>
                <c:pt idx="2355">
                  <c:v>44991</c:v>
                </c:pt>
                <c:pt idx="2356">
                  <c:v>44992</c:v>
                </c:pt>
                <c:pt idx="2357">
                  <c:v>44993</c:v>
                </c:pt>
                <c:pt idx="2358">
                  <c:v>44994</c:v>
                </c:pt>
                <c:pt idx="2359">
                  <c:v>44995</c:v>
                </c:pt>
                <c:pt idx="2360">
                  <c:v>44996</c:v>
                </c:pt>
                <c:pt idx="2361">
                  <c:v>44997</c:v>
                </c:pt>
                <c:pt idx="2362">
                  <c:v>44998</c:v>
                </c:pt>
                <c:pt idx="2363">
                  <c:v>44999</c:v>
                </c:pt>
                <c:pt idx="2364">
                  <c:v>45000</c:v>
                </c:pt>
                <c:pt idx="2365">
                  <c:v>45001</c:v>
                </c:pt>
                <c:pt idx="2366">
                  <c:v>45002</c:v>
                </c:pt>
                <c:pt idx="2367">
                  <c:v>45003</c:v>
                </c:pt>
                <c:pt idx="2368">
                  <c:v>45004</c:v>
                </c:pt>
                <c:pt idx="2369">
                  <c:v>45005</c:v>
                </c:pt>
                <c:pt idx="2370">
                  <c:v>45006</c:v>
                </c:pt>
                <c:pt idx="2371">
                  <c:v>45007</c:v>
                </c:pt>
                <c:pt idx="2372">
                  <c:v>45008</c:v>
                </c:pt>
                <c:pt idx="2373">
                  <c:v>45009</c:v>
                </c:pt>
                <c:pt idx="2374">
                  <c:v>45010</c:v>
                </c:pt>
                <c:pt idx="2375">
                  <c:v>45011</c:v>
                </c:pt>
                <c:pt idx="2376">
                  <c:v>45012</c:v>
                </c:pt>
                <c:pt idx="2377">
                  <c:v>45013</c:v>
                </c:pt>
                <c:pt idx="2378">
                  <c:v>45014</c:v>
                </c:pt>
                <c:pt idx="2379">
                  <c:v>45015</c:v>
                </c:pt>
                <c:pt idx="2380">
                  <c:v>45016</c:v>
                </c:pt>
                <c:pt idx="2381">
                  <c:v>45017</c:v>
                </c:pt>
                <c:pt idx="2382">
                  <c:v>45018</c:v>
                </c:pt>
                <c:pt idx="2383">
                  <c:v>45019</c:v>
                </c:pt>
                <c:pt idx="2384">
                  <c:v>45020</c:v>
                </c:pt>
                <c:pt idx="2385">
                  <c:v>45021</c:v>
                </c:pt>
                <c:pt idx="2386">
                  <c:v>45022</c:v>
                </c:pt>
                <c:pt idx="2387">
                  <c:v>45023</c:v>
                </c:pt>
                <c:pt idx="2388">
                  <c:v>45024</c:v>
                </c:pt>
                <c:pt idx="2389">
                  <c:v>45025</c:v>
                </c:pt>
                <c:pt idx="2390">
                  <c:v>45026</c:v>
                </c:pt>
                <c:pt idx="2391">
                  <c:v>45027</c:v>
                </c:pt>
                <c:pt idx="2392">
                  <c:v>45028</c:v>
                </c:pt>
                <c:pt idx="2393">
                  <c:v>45029</c:v>
                </c:pt>
                <c:pt idx="2394">
                  <c:v>45030</c:v>
                </c:pt>
                <c:pt idx="2395">
                  <c:v>45031</c:v>
                </c:pt>
                <c:pt idx="2396">
                  <c:v>45032</c:v>
                </c:pt>
                <c:pt idx="2397">
                  <c:v>45033</c:v>
                </c:pt>
                <c:pt idx="2398">
                  <c:v>45034</c:v>
                </c:pt>
                <c:pt idx="2399">
                  <c:v>45035</c:v>
                </c:pt>
                <c:pt idx="2400">
                  <c:v>45036</c:v>
                </c:pt>
                <c:pt idx="2401">
                  <c:v>45037</c:v>
                </c:pt>
                <c:pt idx="2402">
                  <c:v>45038</c:v>
                </c:pt>
                <c:pt idx="2403">
                  <c:v>45039</c:v>
                </c:pt>
                <c:pt idx="2404">
                  <c:v>45040</c:v>
                </c:pt>
                <c:pt idx="2405">
                  <c:v>45041</c:v>
                </c:pt>
                <c:pt idx="2406">
                  <c:v>45042</c:v>
                </c:pt>
                <c:pt idx="2407">
                  <c:v>45043</c:v>
                </c:pt>
                <c:pt idx="2408">
                  <c:v>45044</c:v>
                </c:pt>
                <c:pt idx="2409">
                  <c:v>45045</c:v>
                </c:pt>
                <c:pt idx="2410">
                  <c:v>45046</c:v>
                </c:pt>
                <c:pt idx="2411">
                  <c:v>45047</c:v>
                </c:pt>
                <c:pt idx="2412">
                  <c:v>45048</c:v>
                </c:pt>
                <c:pt idx="2413">
                  <c:v>45049</c:v>
                </c:pt>
                <c:pt idx="2414">
                  <c:v>45050</c:v>
                </c:pt>
                <c:pt idx="2415">
                  <c:v>45051</c:v>
                </c:pt>
                <c:pt idx="2416">
                  <c:v>45052</c:v>
                </c:pt>
                <c:pt idx="2417">
                  <c:v>45053</c:v>
                </c:pt>
                <c:pt idx="2418">
                  <c:v>45054</c:v>
                </c:pt>
                <c:pt idx="2419">
                  <c:v>45055</c:v>
                </c:pt>
                <c:pt idx="2420">
                  <c:v>45056</c:v>
                </c:pt>
                <c:pt idx="2421">
                  <c:v>45057</c:v>
                </c:pt>
                <c:pt idx="2422">
                  <c:v>45058</c:v>
                </c:pt>
                <c:pt idx="2423">
                  <c:v>45059</c:v>
                </c:pt>
                <c:pt idx="2424">
                  <c:v>45060</c:v>
                </c:pt>
                <c:pt idx="2425">
                  <c:v>45061</c:v>
                </c:pt>
                <c:pt idx="2426">
                  <c:v>45062</c:v>
                </c:pt>
                <c:pt idx="2427">
                  <c:v>45063</c:v>
                </c:pt>
                <c:pt idx="2428">
                  <c:v>45064</c:v>
                </c:pt>
                <c:pt idx="2429">
                  <c:v>45065</c:v>
                </c:pt>
                <c:pt idx="2430">
                  <c:v>45066</c:v>
                </c:pt>
                <c:pt idx="2431">
                  <c:v>45067</c:v>
                </c:pt>
                <c:pt idx="2432">
                  <c:v>45068</c:v>
                </c:pt>
                <c:pt idx="2433">
                  <c:v>45069</c:v>
                </c:pt>
                <c:pt idx="2434">
                  <c:v>45070</c:v>
                </c:pt>
                <c:pt idx="2435">
                  <c:v>45071</c:v>
                </c:pt>
                <c:pt idx="2436">
                  <c:v>45072</c:v>
                </c:pt>
                <c:pt idx="2437">
                  <c:v>45073</c:v>
                </c:pt>
                <c:pt idx="2438">
                  <c:v>45074</c:v>
                </c:pt>
                <c:pt idx="2439">
                  <c:v>45075</c:v>
                </c:pt>
                <c:pt idx="2440">
                  <c:v>45076</c:v>
                </c:pt>
                <c:pt idx="2441">
                  <c:v>45077</c:v>
                </c:pt>
                <c:pt idx="2442">
                  <c:v>45078</c:v>
                </c:pt>
                <c:pt idx="2443">
                  <c:v>45079</c:v>
                </c:pt>
                <c:pt idx="2444">
                  <c:v>45080</c:v>
                </c:pt>
                <c:pt idx="2445">
                  <c:v>45081</c:v>
                </c:pt>
                <c:pt idx="2446">
                  <c:v>45082</c:v>
                </c:pt>
                <c:pt idx="2447">
                  <c:v>45083</c:v>
                </c:pt>
                <c:pt idx="2448">
                  <c:v>45084</c:v>
                </c:pt>
                <c:pt idx="2449">
                  <c:v>45085</c:v>
                </c:pt>
                <c:pt idx="2450">
                  <c:v>45086</c:v>
                </c:pt>
                <c:pt idx="2451">
                  <c:v>45087</c:v>
                </c:pt>
                <c:pt idx="2452">
                  <c:v>45088</c:v>
                </c:pt>
                <c:pt idx="2453">
                  <c:v>45089</c:v>
                </c:pt>
                <c:pt idx="2454">
                  <c:v>45090</c:v>
                </c:pt>
                <c:pt idx="2455">
                  <c:v>45091</c:v>
                </c:pt>
                <c:pt idx="2456">
                  <c:v>45092</c:v>
                </c:pt>
                <c:pt idx="2457">
                  <c:v>45093</c:v>
                </c:pt>
                <c:pt idx="2458">
                  <c:v>45094</c:v>
                </c:pt>
                <c:pt idx="2459">
                  <c:v>45095</c:v>
                </c:pt>
                <c:pt idx="2460">
                  <c:v>45096</c:v>
                </c:pt>
                <c:pt idx="2461">
                  <c:v>45097</c:v>
                </c:pt>
                <c:pt idx="2462">
                  <c:v>45098</c:v>
                </c:pt>
                <c:pt idx="2463">
                  <c:v>45099</c:v>
                </c:pt>
                <c:pt idx="2464">
                  <c:v>45100</c:v>
                </c:pt>
                <c:pt idx="2465">
                  <c:v>45101</c:v>
                </c:pt>
                <c:pt idx="2466">
                  <c:v>45102</c:v>
                </c:pt>
                <c:pt idx="2467">
                  <c:v>45103</c:v>
                </c:pt>
                <c:pt idx="2468">
                  <c:v>45104</c:v>
                </c:pt>
                <c:pt idx="2469">
                  <c:v>45105</c:v>
                </c:pt>
                <c:pt idx="2470">
                  <c:v>45106</c:v>
                </c:pt>
                <c:pt idx="2471">
                  <c:v>45107</c:v>
                </c:pt>
                <c:pt idx="2472">
                  <c:v>45108</c:v>
                </c:pt>
                <c:pt idx="2473">
                  <c:v>45109</c:v>
                </c:pt>
                <c:pt idx="2474">
                  <c:v>45110</c:v>
                </c:pt>
                <c:pt idx="2475">
                  <c:v>45111</c:v>
                </c:pt>
                <c:pt idx="2476">
                  <c:v>45112</c:v>
                </c:pt>
                <c:pt idx="2477">
                  <c:v>45113</c:v>
                </c:pt>
                <c:pt idx="2478">
                  <c:v>45114</c:v>
                </c:pt>
                <c:pt idx="2479">
                  <c:v>45115</c:v>
                </c:pt>
                <c:pt idx="2480">
                  <c:v>45116</c:v>
                </c:pt>
                <c:pt idx="2481">
                  <c:v>45117</c:v>
                </c:pt>
                <c:pt idx="2482">
                  <c:v>45118</c:v>
                </c:pt>
                <c:pt idx="2483">
                  <c:v>45119</c:v>
                </c:pt>
                <c:pt idx="2484">
                  <c:v>45120</c:v>
                </c:pt>
                <c:pt idx="2485">
                  <c:v>45121</c:v>
                </c:pt>
                <c:pt idx="2486">
                  <c:v>45122</c:v>
                </c:pt>
                <c:pt idx="2487">
                  <c:v>45123</c:v>
                </c:pt>
                <c:pt idx="2488">
                  <c:v>45124</c:v>
                </c:pt>
                <c:pt idx="2489">
                  <c:v>45125</c:v>
                </c:pt>
                <c:pt idx="2490">
                  <c:v>45126</c:v>
                </c:pt>
                <c:pt idx="2491">
                  <c:v>45127</c:v>
                </c:pt>
                <c:pt idx="2492">
                  <c:v>45128</c:v>
                </c:pt>
                <c:pt idx="2493">
                  <c:v>45129</c:v>
                </c:pt>
                <c:pt idx="2494">
                  <c:v>45130</c:v>
                </c:pt>
                <c:pt idx="2495">
                  <c:v>45131</c:v>
                </c:pt>
                <c:pt idx="2496">
                  <c:v>45132</c:v>
                </c:pt>
                <c:pt idx="2497">
                  <c:v>45133</c:v>
                </c:pt>
                <c:pt idx="2498">
                  <c:v>45134</c:v>
                </c:pt>
                <c:pt idx="2499">
                  <c:v>45135</c:v>
                </c:pt>
                <c:pt idx="2500">
                  <c:v>45136</c:v>
                </c:pt>
                <c:pt idx="2501">
                  <c:v>45137</c:v>
                </c:pt>
                <c:pt idx="2502">
                  <c:v>45138</c:v>
                </c:pt>
                <c:pt idx="2503">
                  <c:v>45139</c:v>
                </c:pt>
                <c:pt idx="2504">
                  <c:v>45140</c:v>
                </c:pt>
                <c:pt idx="2505">
                  <c:v>45141</c:v>
                </c:pt>
                <c:pt idx="2506">
                  <c:v>45142</c:v>
                </c:pt>
                <c:pt idx="2507">
                  <c:v>45143</c:v>
                </c:pt>
                <c:pt idx="2508">
                  <c:v>45144</c:v>
                </c:pt>
                <c:pt idx="2509">
                  <c:v>45145</c:v>
                </c:pt>
                <c:pt idx="2510">
                  <c:v>45146</c:v>
                </c:pt>
                <c:pt idx="2511">
                  <c:v>45147</c:v>
                </c:pt>
                <c:pt idx="2512">
                  <c:v>45148</c:v>
                </c:pt>
                <c:pt idx="2513">
                  <c:v>45149</c:v>
                </c:pt>
                <c:pt idx="2514">
                  <c:v>45150</c:v>
                </c:pt>
                <c:pt idx="2515">
                  <c:v>45151</c:v>
                </c:pt>
                <c:pt idx="2516">
                  <c:v>45152</c:v>
                </c:pt>
                <c:pt idx="2517">
                  <c:v>45153</c:v>
                </c:pt>
                <c:pt idx="2518">
                  <c:v>45154</c:v>
                </c:pt>
                <c:pt idx="2519">
                  <c:v>45155</c:v>
                </c:pt>
                <c:pt idx="2520">
                  <c:v>45156</c:v>
                </c:pt>
                <c:pt idx="2521">
                  <c:v>45157</c:v>
                </c:pt>
                <c:pt idx="2522">
                  <c:v>45158</c:v>
                </c:pt>
                <c:pt idx="2523">
                  <c:v>45159</c:v>
                </c:pt>
                <c:pt idx="2524">
                  <c:v>45160</c:v>
                </c:pt>
                <c:pt idx="2525">
                  <c:v>45161</c:v>
                </c:pt>
                <c:pt idx="2526">
                  <c:v>45162</c:v>
                </c:pt>
                <c:pt idx="2527">
                  <c:v>45163</c:v>
                </c:pt>
                <c:pt idx="2528">
                  <c:v>45164</c:v>
                </c:pt>
                <c:pt idx="2529">
                  <c:v>45165</c:v>
                </c:pt>
                <c:pt idx="2530">
                  <c:v>45166</c:v>
                </c:pt>
                <c:pt idx="2531">
                  <c:v>45167</c:v>
                </c:pt>
                <c:pt idx="2532">
                  <c:v>45168</c:v>
                </c:pt>
                <c:pt idx="2533">
                  <c:v>45169</c:v>
                </c:pt>
                <c:pt idx="2534">
                  <c:v>45170</c:v>
                </c:pt>
                <c:pt idx="2535">
                  <c:v>45171</c:v>
                </c:pt>
                <c:pt idx="2536">
                  <c:v>45172</c:v>
                </c:pt>
                <c:pt idx="2537">
                  <c:v>45173</c:v>
                </c:pt>
                <c:pt idx="2538">
                  <c:v>45174</c:v>
                </c:pt>
                <c:pt idx="2539">
                  <c:v>45175</c:v>
                </c:pt>
                <c:pt idx="2540">
                  <c:v>45176</c:v>
                </c:pt>
                <c:pt idx="2541">
                  <c:v>45177</c:v>
                </c:pt>
                <c:pt idx="2542">
                  <c:v>45178</c:v>
                </c:pt>
                <c:pt idx="2543">
                  <c:v>45179</c:v>
                </c:pt>
                <c:pt idx="2544">
                  <c:v>45180</c:v>
                </c:pt>
                <c:pt idx="2545">
                  <c:v>45181</c:v>
                </c:pt>
                <c:pt idx="2546">
                  <c:v>45182</c:v>
                </c:pt>
                <c:pt idx="2547">
                  <c:v>45183</c:v>
                </c:pt>
                <c:pt idx="2548">
                  <c:v>45184</c:v>
                </c:pt>
                <c:pt idx="2549">
                  <c:v>45185</c:v>
                </c:pt>
                <c:pt idx="2550">
                  <c:v>45186</c:v>
                </c:pt>
                <c:pt idx="2551">
                  <c:v>45187</c:v>
                </c:pt>
                <c:pt idx="2552">
                  <c:v>45188</c:v>
                </c:pt>
                <c:pt idx="2553">
                  <c:v>45189</c:v>
                </c:pt>
                <c:pt idx="2554">
                  <c:v>45190</c:v>
                </c:pt>
                <c:pt idx="2555">
                  <c:v>45191</c:v>
                </c:pt>
                <c:pt idx="2556">
                  <c:v>45192</c:v>
                </c:pt>
                <c:pt idx="2557">
                  <c:v>45193</c:v>
                </c:pt>
                <c:pt idx="2558">
                  <c:v>45194</c:v>
                </c:pt>
                <c:pt idx="2559">
                  <c:v>45195</c:v>
                </c:pt>
                <c:pt idx="2560">
                  <c:v>45196</c:v>
                </c:pt>
                <c:pt idx="2561">
                  <c:v>45197</c:v>
                </c:pt>
                <c:pt idx="2562">
                  <c:v>45198</c:v>
                </c:pt>
                <c:pt idx="2563">
                  <c:v>45199</c:v>
                </c:pt>
                <c:pt idx="2564">
                  <c:v>45200</c:v>
                </c:pt>
                <c:pt idx="2565">
                  <c:v>45201</c:v>
                </c:pt>
                <c:pt idx="2566">
                  <c:v>45202</c:v>
                </c:pt>
                <c:pt idx="2567">
                  <c:v>45203</c:v>
                </c:pt>
                <c:pt idx="2568">
                  <c:v>45204</c:v>
                </c:pt>
                <c:pt idx="2569">
                  <c:v>45205</c:v>
                </c:pt>
                <c:pt idx="2570">
                  <c:v>45206</c:v>
                </c:pt>
                <c:pt idx="2571">
                  <c:v>45207</c:v>
                </c:pt>
                <c:pt idx="2572">
                  <c:v>45208</c:v>
                </c:pt>
                <c:pt idx="2573">
                  <c:v>45209</c:v>
                </c:pt>
                <c:pt idx="2574">
                  <c:v>45210</c:v>
                </c:pt>
                <c:pt idx="2575">
                  <c:v>45211</c:v>
                </c:pt>
                <c:pt idx="2576">
                  <c:v>45212</c:v>
                </c:pt>
                <c:pt idx="2577">
                  <c:v>45213</c:v>
                </c:pt>
                <c:pt idx="2578">
                  <c:v>45214</c:v>
                </c:pt>
                <c:pt idx="2579">
                  <c:v>45215</c:v>
                </c:pt>
                <c:pt idx="2580">
                  <c:v>45216</c:v>
                </c:pt>
                <c:pt idx="2581">
                  <c:v>45217</c:v>
                </c:pt>
                <c:pt idx="2582">
                  <c:v>45218</c:v>
                </c:pt>
                <c:pt idx="2583">
                  <c:v>45219</c:v>
                </c:pt>
                <c:pt idx="2584">
                  <c:v>45220</c:v>
                </c:pt>
                <c:pt idx="2585">
                  <c:v>45221</c:v>
                </c:pt>
                <c:pt idx="2586">
                  <c:v>45222</c:v>
                </c:pt>
                <c:pt idx="2587">
                  <c:v>45223</c:v>
                </c:pt>
                <c:pt idx="2588">
                  <c:v>45224</c:v>
                </c:pt>
                <c:pt idx="2589">
                  <c:v>45225</c:v>
                </c:pt>
                <c:pt idx="2590">
                  <c:v>45226</c:v>
                </c:pt>
                <c:pt idx="2591">
                  <c:v>45227</c:v>
                </c:pt>
                <c:pt idx="2592">
                  <c:v>45228</c:v>
                </c:pt>
                <c:pt idx="2593">
                  <c:v>45229</c:v>
                </c:pt>
                <c:pt idx="2594">
                  <c:v>45230</c:v>
                </c:pt>
                <c:pt idx="2595">
                  <c:v>45231</c:v>
                </c:pt>
                <c:pt idx="2596">
                  <c:v>45232</c:v>
                </c:pt>
                <c:pt idx="2597">
                  <c:v>45233</c:v>
                </c:pt>
                <c:pt idx="2598">
                  <c:v>45234</c:v>
                </c:pt>
                <c:pt idx="2599">
                  <c:v>45235</c:v>
                </c:pt>
                <c:pt idx="2600">
                  <c:v>45236</c:v>
                </c:pt>
                <c:pt idx="2601">
                  <c:v>45237</c:v>
                </c:pt>
                <c:pt idx="2602">
                  <c:v>45238</c:v>
                </c:pt>
                <c:pt idx="2603">
                  <c:v>45239</c:v>
                </c:pt>
                <c:pt idx="2604">
                  <c:v>45240</c:v>
                </c:pt>
                <c:pt idx="2605">
                  <c:v>45241</c:v>
                </c:pt>
                <c:pt idx="2606">
                  <c:v>45242</c:v>
                </c:pt>
                <c:pt idx="2607">
                  <c:v>45243</c:v>
                </c:pt>
                <c:pt idx="2608">
                  <c:v>45244</c:v>
                </c:pt>
                <c:pt idx="2609">
                  <c:v>45245</c:v>
                </c:pt>
                <c:pt idx="2610">
                  <c:v>45246</c:v>
                </c:pt>
                <c:pt idx="2611">
                  <c:v>45247</c:v>
                </c:pt>
                <c:pt idx="2612">
                  <c:v>45248</c:v>
                </c:pt>
                <c:pt idx="2613">
                  <c:v>45249</c:v>
                </c:pt>
                <c:pt idx="2614">
                  <c:v>45250</c:v>
                </c:pt>
                <c:pt idx="2615">
                  <c:v>45251</c:v>
                </c:pt>
                <c:pt idx="2616">
                  <c:v>45252</c:v>
                </c:pt>
                <c:pt idx="2617">
                  <c:v>45253</c:v>
                </c:pt>
                <c:pt idx="2618">
                  <c:v>45254</c:v>
                </c:pt>
                <c:pt idx="2619">
                  <c:v>45255</c:v>
                </c:pt>
                <c:pt idx="2620">
                  <c:v>45256</c:v>
                </c:pt>
                <c:pt idx="2621">
                  <c:v>45257</c:v>
                </c:pt>
                <c:pt idx="2622">
                  <c:v>45258</c:v>
                </c:pt>
                <c:pt idx="2623">
                  <c:v>45259</c:v>
                </c:pt>
                <c:pt idx="2624">
                  <c:v>45260</c:v>
                </c:pt>
                <c:pt idx="2625">
                  <c:v>45261</c:v>
                </c:pt>
                <c:pt idx="2626">
                  <c:v>45262</c:v>
                </c:pt>
                <c:pt idx="2627">
                  <c:v>45263</c:v>
                </c:pt>
                <c:pt idx="2628">
                  <c:v>45264</c:v>
                </c:pt>
                <c:pt idx="2629">
                  <c:v>45265</c:v>
                </c:pt>
                <c:pt idx="2630">
                  <c:v>45266</c:v>
                </c:pt>
                <c:pt idx="2631">
                  <c:v>45267</c:v>
                </c:pt>
                <c:pt idx="2632">
                  <c:v>45268</c:v>
                </c:pt>
                <c:pt idx="2633">
                  <c:v>45269</c:v>
                </c:pt>
                <c:pt idx="2634">
                  <c:v>45270</c:v>
                </c:pt>
                <c:pt idx="2635">
                  <c:v>45271</c:v>
                </c:pt>
                <c:pt idx="2636">
                  <c:v>45272</c:v>
                </c:pt>
                <c:pt idx="2637">
                  <c:v>45273</c:v>
                </c:pt>
                <c:pt idx="2638">
                  <c:v>45274</c:v>
                </c:pt>
                <c:pt idx="2639">
                  <c:v>45275</c:v>
                </c:pt>
                <c:pt idx="2640">
                  <c:v>45276</c:v>
                </c:pt>
                <c:pt idx="2641">
                  <c:v>45277</c:v>
                </c:pt>
                <c:pt idx="2642">
                  <c:v>45278</c:v>
                </c:pt>
                <c:pt idx="2643">
                  <c:v>45279</c:v>
                </c:pt>
                <c:pt idx="2644">
                  <c:v>45280</c:v>
                </c:pt>
                <c:pt idx="2645">
                  <c:v>45281</c:v>
                </c:pt>
                <c:pt idx="2646">
                  <c:v>45282</c:v>
                </c:pt>
                <c:pt idx="2647">
                  <c:v>45283</c:v>
                </c:pt>
                <c:pt idx="2648">
                  <c:v>45284</c:v>
                </c:pt>
                <c:pt idx="2649">
                  <c:v>45285</c:v>
                </c:pt>
                <c:pt idx="2650">
                  <c:v>45286</c:v>
                </c:pt>
                <c:pt idx="2651">
                  <c:v>45287</c:v>
                </c:pt>
                <c:pt idx="2652">
                  <c:v>45288</c:v>
                </c:pt>
                <c:pt idx="2653">
                  <c:v>45289</c:v>
                </c:pt>
                <c:pt idx="2654">
                  <c:v>45290</c:v>
                </c:pt>
                <c:pt idx="2655">
                  <c:v>45291</c:v>
                </c:pt>
                <c:pt idx="2656">
                  <c:v>45292</c:v>
                </c:pt>
                <c:pt idx="2657">
                  <c:v>45293</c:v>
                </c:pt>
                <c:pt idx="2658">
                  <c:v>45294</c:v>
                </c:pt>
                <c:pt idx="2659">
                  <c:v>45295</c:v>
                </c:pt>
                <c:pt idx="2660">
                  <c:v>45296</c:v>
                </c:pt>
                <c:pt idx="2661">
                  <c:v>45297</c:v>
                </c:pt>
                <c:pt idx="2662">
                  <c:v>45298</c:v>
                </c:pt>
                <c:pt idx="2663">
                  <c:v>45299</c:v>
                </c:pt>
                <c:pt idx="2664">
                  <c:v>45300</c:v>
                </c:pt>
                <c:pt idx="2665">
                  <c:v>45301</c:v>
                </c:pt>
                <c:pt idx="2666">
                  <c:v>45302</c:v>
                </c:pt>
                <c:pt idx="2667">
                  <c:v>45303</c:v>
                </c:pt>
                <c:pt idx="2668">
                  <c:v>45304</c:v>
                </c:pt>
                <c:pt idx="2669">
                  <c:v>45305</c:v>
                </c:pt>
                <c:pt idx="2670">
                  <c:v>45306</c:v>
                </c:pt>
                <c:pt idx="2671">
                  <c:v>45307</c:v>
                </c:pt>
                <c:pt idx="2672">
                  <c:v>45308</c:v>
                </c:pt>
                <c:pt idx="2673">
                  <c:v>45309</c:v>
                </c:pt>
                <c:pt idx="2674">
                  <c:v>45310</c:v>
                </c:pt>
                <c:pt idx="2675">
                  <c:v>45311</c:v>
                </c:pt>
                <c:pt idx="2676">
                  <c:v>45312</c:v>
                </c:pt>
                <c:pt idx="2677">
                  <c:v>45313</c:v>
                </c:pt>
                <c:pt idx="2678">
                  <c:v>45314</c:v>
                </c:pt>
                <c:pt idx="2679">
                  <c:v>45315</c:v>
                </c:pt>
                <c:pt idx="2680">
                  <c:v>45316</c:v>
                </c:pt>
                <c:pt idx="2681">
                  <c:v>45317</c:v>
                </c:pt>
                <c:pt idx="2682">
                  <c:v>45318</c:v>
                </c:pt>
                <c:pt idx="2683">
                  <c:v>45319</c:v>
                </c:pt>
                <c:pt idx="2684">
                  <c:v>45320</c:v>
                </c:pt>
                <c:pt idx="2685">
                  <c:v>45321</c:v>
                </c:pt>
                <c:pt idx="2686">
                  <c:v>45322</c:v>
                </c:pt>
                <c:pt idx="2687">
                  <c:v>45323</c:v>
                </c:pt>
                <c:pt idx="2688">
                  <c:v>45324</c:v>
                </c:pt>
                <c:pt idx="2689">
                  <c:v>45325</c:v>
                </c:pt>
                <c:pt idx="2690">
                  <c:v>45326</c:v>
                </c:pt>
                <c:pt idx="2691">
                  <c:v>45327</c:v>
                </c:pt>
                <c:pt idx="2692">
                  <c:v>45328</c:v>
                </c:pt>
                <c:pt idx="2693">
                  <c:v>45329</c:v>
                </c:pt>
                <c:pt idx="2694">
                  <c:v>45330</c:v>
                </c:pt>
                <c:pt idx="2695">
                  <c:v>45331</c:v>
                </c:pt>
                <c:pt idx="2696">
                  <c:v>45332</c:v>
                </c:pt>
                <c:pt idx="2697">
                  <c:v>45333</c:v>
                </c:pt>
                <c:pt idx="2698">
                  <c:v>45334</c:v>
                </c:pt>
                <c:pt idx="2699">
                  <c:v>45335</c:v>
                </c:pt>
                <c:pt idx="2700">
                  <c:v>45336</c:v>
                </c:pt>
                <c:pt idx="2701">
                  <c:v>45337</c:v>
                </c:pt>
                <c:pt idx="2702">
                  <c:v>45338</c:v>
                </c:pt>
                <c:pt idx="2703">
                  <c:v>45339</c:v>
                </c:pt>
                <c:pt idx="2704">
                  <c:v>45340</c:v>
                </c:pt>
                <c:pt idx="2705">
                  <c:v>45341</c:v>
                </c:pt>
                <c:pt idx="2706">
                  <c:v>45342</c:v>
                </c:pt>
                <c:pt idx="2707">
                  <c:v>45343</c:v>
                </c:pt>
                <c:pt idx="2708">
                  <c:v>45344</c:v>
                </c:pt>
                <c:pt idx="2709">
                  <c:v>45345</c:v>
                </c:pt>
                <c:pt idx="2710">
                  <c:v>45346</c:v>
                </c:pt>
                <c:pt idx="2711">
                  <c:v>45347</c:v>
                </c:pt>
                <c:pt idx="2712">
                  <c:v>45348</c:v>
                </c:pt>
                <c:pt idx="2713">
                  <c:v>45349</c:v>
                </c:pt>
                <c:pt idx="2714">
                  <c:v>45350</c:v>
                </c:pt>
                <c:pt idx="2715">
                  <c:v>45351</c:v>
                </c:pt>
                <c:pt idx="2716">
                  <c:v>45352</c:v>
                </c:pt>
                <c:pt idx="2717">
                  <c:v>45353</c:v>
                </c:pt>
                <c:pt idx="2718">
                  <c:v>45354</c:v>
                </c:pt>
                <c:pt idx="2719">
                  <c:v>45355</c:v>
                </c:pt>
                <c:pt idx="2720">
                  <c:v>45356</c:v>
                </c:pt>
                <c:pt idx="2721">
                  <c:v>45357</c:v>
                </c:pt>
                <c:pt idx="2722">
                  <c:v>45358</c:v>
                </c:pt>
                <c:pt idx="2723">
                  <c:v>45359</c:v>
                </c:pt>
                <c:pt idx="2724">
                  <c:v>45360</c:v>
                </c:pt>
                <c:pt idx="2725">
                  <c:v>45361</c:v>
                </c:pt>
                <c:pt idx="2726">
                  <c:v>45362</c:v>
                </c:pt>
                <c:pt idx="2727">
                  <c:v>45363</c:v>
                </c:pt>
                <c:pt idx="2728">
                  <c:v>45364</c:v>
                </c:pt>
                <c:pt idx="2729">
                  <c:v>45365</c:v>
                </c:pt>
                <c:pt idx="2730">
                  <c:v>45366</c:v>
                </c:pt>
                <c:pt idx="2731">
                  <c:v>45367</c:v>
                </c:pt>
                <c:pt idx="2732">
                  <c:v>45368</c:v>
                </c:pt>
                <c:pt idx="2733">
                  <c:v>45369</c:v>
                </c:pt>
                <c:pt idx="2734">
                  <c:v>45370</c:v>
                </c:pt>
                <c:pt idx="2735">
                  <c:v>45371</c:v>
                </c:pt>
                <c:pt idx="2736">
                  <c:v>45372</c:v>
                </c:pt>
                <c:pt idx="2737">
                  <c:v>45373</c:v>
                </c:pt>
                <c:pt idx="2738">
                  <c:v>45374</c:v>
                </c:pt>
                <c:pt idx="2739">
                  <c:v>45375</c:v>
                </c:pt>
                <c:pt idx="2740">
                  <c:v>45376</c:v>
                </c:pt>
                <c:pt idx="2741">
                  <c:v>45377</c:v>
                </c:pt>
                <c:pt idx="2742">
                  <c:v>45378</c:v>
                </c:pt>
                <c:pt idx="2743">
                  <c:v>45379</c:v>
                </c:pt>
                <c:pt idx="2744">
                  <c:v>45380</c:v>
                </c:pt>
                <c:pt idx="2745">
                  <c:v>45381</c:v>
                </c:pt>
                <c:pt idx="2746">
                  <c:v>45382</c:v>
                </c:pt>
                <c:pt idx="2747">
                  <c:v>45383</c:v>
                </c:pt>
                <c:pt idx="2748">
                  <c:v>45384</c:v>
                </c:pt>
                <c:pt idx="2749">
                  <c:v>45385</c:v>
                </c:pt>
                <c:pt idx="2750">
                  <c:v>45386</c:v>
                </c:pt>
                <c:pt idx="2751">
                  <c:v>45387</c:v>
                </c:pt>
                <c:pt idx="2752">
                  <c:v>45388</c:v>
                </c:pt>
                <c:pt idx="2753">
                  <c:v>45389</c:v>
                </c:pt>
                <c:pt idx="2754">
                  <c:v>45390</c:v>
                </c:pt>
                <c:pt idx="2755">
                  <c:v>45391</c:v>
                </c:pt>
                <c:pt idx="2756">
                  <c:v>45392</c:v>
                </c:pt>
                <c:pt idx="2757">
                  <c:v>45393</c:v>
                </c:pt>
                <c:pt idx="2758">
                  <c:v>45394</c:v>
                </c:pt>
                <c:pt idx="2759">
                  <c:v>45395</c:v>
                </c:pt>
                <c:pt idx="2760">
                  <c:v>45396</c:v>
                </c:pt>
                <c:pt idx="2761">
                  <c:v>45397</c:v>
                </c:pt>
                <c:pt idx="2762">
                  <c:v>45398</c:v>
                </c:pt>
                <c:pt idx="2763">
                  <c:v>45399</c:v>
                </c:pt>
                <c:pt idx="2764">
                  <c:v>45400</c:v>
                </c:pt>
                <c:pt idx="2765">
                  <c:v>45401</c:v>
                </c:pt>
                <c:pt idx="2766">
                  <c:v>45402</c:v>
                </c:pt>
                <c:pt idx="2767">
                  <c:v>45403</c:v>
                </c:pt>
                <c:pt idx="2768">
                  <c:v>45404</c:v>
                </c:pt>
                <c:pt idx="2769">
                  <c:v>45405</c:v>
                </c:pt>
                <c:pt idx="2770">
                  <c:v>45406</c:v>
                </c:pt>
                <c:pt idx="2771">
                  <c:v>45407</c:v>
                </c:pt>
                <c:pt idx="2772">
                  <c:v>45408</c:v>
                </c:pt>
                <c:pt idx="2773">
                  <c:v>45409</c:v>
                </c:pt>
                <c:pt idx="2774">
                  <c:v>45410</c:v>
                </c:pt>
                <c:pt idx="2775">
                  <c:v>45411</c:v>
                </c:pt>
                <c:pt idx="2776">
                  <c:v>45412</c:v>
                </c:pt>
                <c:pt idx="2777">
                  <c:v>45413</c:v>
                </c:pt>
                <c:pt idx="2778">
                  <c:v>45414</c:v>
                </c:pt>
                <c:pt idx="2779">
                  <c:v>45415</c:v>
                </c:pt>
                <c:pt idx="2780">
                  <c:v>45416</c:v>
                </c:pt>
                <c:pt idx="2781">
                  <c:v>45417</c:v>
                </c:pt>
                <c:pt idx="2782">
                  <c:v>45418</c:v>
                </c:pt>
                <c:pt idx="2783">
                  <c:v>45419</c:v>
                </c:pt>
                <c:pt idx="2784">
                  <c:v>45420</c:v>
                </c:pt>
                <c:pt idx="2785">
                  <c:v>45421</c:v>
                </c:pt>
                <c:pt idx="2786">
                  <c:v>45422</c:v>
                </c:pt>
                <c:pt idx="2787">
                  <c:v>45423</c:v>
                </c:pt>
                <c:pt idx="2788">
                  <c:v>45424</c:v>
                </c:pt>
                <c:pt idx="2789">
                  <c:v>45425</c:v>
                </c:pt>
                <c:pt idx="2790">
                  <c:v>45426</c:v>
                </c:pt>
                <c:pt idx="2791">
                  <c:v>45427</c:v>
                </c:pt>
                <c:pt idx="2792">
                  <c:v>45428</c:v>
                </c:pt>
                <c:pt idx="2793">
                  <c:v>45429</c:v>
                </c:pt>
                <c:pt idx="2794">
                  <c:v>45430</c:v>
                </c:pt>
                <c:pt idx="2795">
                  <c:v>45431</c:v>
                </c:pt>
                <c:pt idx="2796">
                  <c:v>45432</c:v>
                </c:pt>
                <c:pt idx="2797">
                  <c:v>45433</c:v>
                </c:pt>
                <c:pt idx="2798">
                  <c:v>45434</c:v>
                </c:pt>
                <c:pt idx="2799">
                  <c:v>45435</c:v>
                </c:pt>
                <c:pt idx="2800">
                  <c:v>45436</c:v>
                </c:pt>
                <c:pt idx="2801">
                  <c:v>45437</c:v>
                </c:pt>
                <c:pt idx="2802">
                  <c:v>45438</c:v>
                </c:pt>
                <c:pt idx="2803">
                  <c:v>45439</c:v>
                </c:pt>
                <c:pt idx="2804">
                  <c:v>45440</c:v>
                </c:pt>
                <c:pt idx="2805">
                  <c:v>45441</c:v>
                </c:pt>
                <c:pt idx="2806">
                  <c:v>45442</c:v>
                </c:pt>
                <c:pt idx="2807">
                  <c:v>45443</c:v>
                </c:pt>
                <c:pt idx="2808">
                  <c:v>45444</c:v>
                </c:pt>
                <c:pt idx="2809">
                  <c:v>45445</c:v>
                </c:pt>
                <c:pt idx="2810">
                  <c:v>45446</c:v>
                </c:pt>
                <c:pt idx="2811">
                  <c:v>45447</c:v>
                </c:pt>
                <c:pt idx="2812">
                  <c:v>45448</c:v>
                </c:pt>
                <c:pt idx="2813">
                  <c:v>45449</c:v>
                </c:pt>
                <c:pt idx="2814">
                  <c:v>45450</c:v>
                </c:pt>
                <c:pt idx="2815">
                  <c:v>45451</c:v>
                </c:pt>
                <c:pt idx="2816">
                  <c:v>45452</c:v>
                </c:pt>
                <c:pt idx="2817">
                  <c:v>45453</c:v>
                </c:pt>
                <c:pt idx="2818">
                  <c:v>45454</c:v>
                </c:pt>
                <c:pt idx="2819">
                  <c:v>45455</c:v>
                </c:pt>
                <c:pt idx="2820">
                  <c:v>45456</c:v>
                </c:pt>
                <c:pt idx="2821">
                  <c:v>45457</c:v>
                </c:pt>
                <c:pt idx="2822">
                  <c:v>45458</c:v>
                </c:pt>
                <c:pt idx="2823">
                  <c:v>45459</c:v>
                </c:pt>
                <c:pt idx="2824">
                  <c:v>45460</c:v>
                </c:pt>
                <c:pt idx="2825">
                  <c:v>45461</c:v>
                </c:pt>
                <c:pt idx="2826">
                  <c:v>45462</c:v>
                </c:pt>
                <c:pt idx="2827">
                  <c:v>45463</c:v>
                </c:pt>
                <c:pt idx="2828">
                  <c:v>45464</c:v>
                </c:pt>
                <c:pt idx="2829">
                  <c:v>45465</c:v>
                </c:pt>
                <c:pt idx="2830">
                  <c:v>45466</c:v>
                </c:pt>
                <c:pt idx="2831">
                  <c:v>45467</c:v>
                </c:pt>
                <c:pt idx="2832">
                  <c:v>45468</c:v>
                </c:pt>
                <c:pt idx="2833">
                  <c:v>45469</c:v>
                </c:pt>
                <c:pt idx="2834">
                  <c:v>45470</c:v>
                </c:pt>
                <c:pt idx="2835">
                  <c:v>45471</c:v>
                </c:pt>
                <c:pt idx="2836">
                  <c:v>45472</c:v>
                </c:pt>
                <c:pt idx="2837">
                  <c:v>45473</c:v>
                </c:pt>
                <c:pt idx="2838">
                  <c:v>45474</c:v>
                </c:pt>
                <c:pt idx="2839">
                  <c:v>45475</c:v>
                </c:pt>
                <c:pt idx="2840">
                  <c:v>45476</c:v>
                </c:pt>
                <c:pt idx="2841">
                  <c:v>45477</c:v>
                </c:pt>
                <c:pt idx="2842">
                  <c:v>45478</c:v>
                </c:pt>
                <c:pt idx="2843">
                  <c:v>45479</c:v>
                </c:pt>
                <c:pt idx="2844">
                  <c:v>45480</c:v>
                </c:pt>
                <c:pt idx="2845">
                  <c:v>45481</c:v>
                </c:pt>
                <c:pt idx="2846">
                  <c:v>45482</c:v>
                </c:pt>
                <c:pt idx="2847">
                  <c:v>45483</c:v>
                </c:pt>
                <c:pt idx="2848">
                  <c:v>45484</c:v>
                </c:pt>
                <c:pt idx="2849">
                  <c:v>45485</c:v>
                </c:pt>
                <c:pt idx="2850">
                  <c:v>45486</c:v>
                </c:pt>
                <c:pt idx="2851">
                  <c:v>45487</c:v>
                </c:pt>
                <c:pt idx="2852">
                  <c:v>45488</c:v>
                </c:pt>
                <c:pt idx="2853">
                  <c:v>45489</c:v>
                </c:pt>
                <c:pt idx="2854">
                  <c:v>45490</c:v>
                </c:pt>
                <c:pt idx="2855">
                  <c:v>45491</c:v>
                </c:pt>
                <c:pt idx="2856">
                  <c:v>45492</c:v>
                </c:pt>
                <c:pt idx="2857">
                  <c:v>45493</c:v>
                </c:pt>
                <c:pt idx="2858">
                  <c:v>45494</c:v>
                </c:pt>
                <c:pt idx="2859">
                  <c:v>45495</c:v>
                </c:pt>
                <c:pt idx="2860">
                  <c:v>45496</c:v>
                </c:pt>
                <c:pt idx="2861">
                  <c:v>45497</c:v>
                </c:pt>
                <c:pt idx="2862">
                  <c:v>45498</c:v>
                </c:pt>
                <c:pt idx="2863">
                  <c:v>45499</c:v>
                </c:pt>
                <c:pt idx="2864">
                  <c:v>45500</c:v>
                </c:pt>
                <c:pt idx="2865">
                  <c:v>45501</c:v>
                </c:pt>
                <c:pt idx="2866">
                  <c:v>45502</c:v>
                </c:pt>
                <c:pt idx="2867">
                  <c:v>45503</c:v>
                </c:pt>
                <c:pt idx="2868">
                  <c:v>45504</c:v>
                </c:pt>
                <c:pt idx="2869">
                  <c:v>45505</c:v>
                </c:pt>
                <c:pt idx="2870">
                  <c:v>45506</c:v>
                </c:pt>
                <c:pt idx="2871">
                  <c:v>45507</c:v>
                </c:pt>
                <c:pt idx="2872">
                  <c:v>45508</c:v>
                </c:pt>
                <c:pt idx="2873">
                  <c:v>45509</c:v>
                </c:pt>
                <c:pt idx="2874">
                  <c:v>45510</c:v>
                </c:pt>
                <c:pt idx="2875">
                  <c:v>45511</c:v>
                </c:pt>
                <c:pt idx="2876">
                  <c:v>45512</c:v>
                </c:pt>
                <c:pt idx="2877">
                  <c:v>45513</c:v>
                </c:pt>
                <c:pt idx="2878">
                  <c:v>45514</c:v>
                </c:pt>
                <c:pt idx="2879">
                  <c:v>45515</c:v>
                </c:pt>
                <c:pt idx="2880">
                  <c:v>45516</c:v>
                </c:pt>
                <c:pt idx="2881">
                  <c:v>45517</c:v>
                </c:pt>
                <c:pt idx="2882">
                  <c:v>45518</c:v>
                </c:pt>
                <c:pt idx="2883">
                  <c:v>45519</c:v>
                </c:pt>
                <c:pt idx="2884">
                  <c:v>45520</c:v>
                </c:pt>
                <c:pt idx="2885">
                  <c:v>45521</c:v>
                </c:pt>
                <c:pt idx="2886">
                  <c:v>45522</c:v>
                </c:pt>
                <c:pt idx="2887">
                  <c:v>45523</c:v>
                </c:pt>
                <c:pt idx="2888">
                  <c:v>45524</c:v>
                </c:pt>
                <c:pt idx="2889">
                  <c:v>45525</c:v>
                </c:pt>
                <c:pt idx="2890">
                  <c:v>45526</c:v>
                </c:pt>
                <c:pt idx="2891">
                  <c:v>45527</c:v>
                </c:pt>
                <c:pt idx="2892">
                  <c:v>45528</c:v>
                </c:pt>
                <c:pt idx="2893">
                  <c:v>45529</c:v>
                </c:pt>
                <c:pt idx="2894">
                  <c:v>45530</c:v>
                </c:pt>
                <c:pt idx="2895">
                  <c:v>45531</c:v>
                </c:pt>
                <c:pt idx="2896">
                  <c:v>45532</c:v>
                </c:pt>
                <c:pt idx="2897">
                  <c:v>45533</c:v>
                </c:pt>
                <c:pt idx="2898">
                  <c:v>45534</c:v>
                </c:pt>
                <c:pt idx="2899">
                  <c:v>45535</c:v>
                </c:pt>
                <c:pt idx="2900">
                  <c:v>45536</c:v>
                </c:pt>
                <c:pt idx="2901">
                  <c:v>45537</c:v>
                </c:pt>
                <c:pt idx="2902">
                  <c:v>45538</c:v>
                </c:pt>
                <c:pt idx="2903">
                  <c:v>45539</c:v>
                </c:pt>
                <c:pt idx="2904">
                  <c:v>45540</c:v>
                </c:pt>
                <c:pt idx="2905">
                  <c:v>45541</c:v>
                </c:pt>
                <c:pt idx="2906">
                  <c:v>45542</c:v>
                </c:pt>
                <c:pt idx="2907">
                  <c:v>45543</c:v>
                </c:pt>
                <c:pt idx="2908">
                  <c:v>45544</c:v>
                </c:pt>
                <c:pt idx="2909">
                  <c:v>45545</c:v>
                </c:pt>
                <c:pt idx="2910">
                  <c:v>45546</c:v>
                </c:pt>
                <c:pt idx="2911">
                  <c:v>45547</c:v>
                </c:pt>
                <c:pt idx="2912">
                  <c:v>45548</c:v>
                </c:pt>
                <c:pt idx="2913">
                  <c:v>45549</c:v>
                </c:pt>
                <c:pt idx="2914">
                  <c:v>45550</c:v>
                </c:pt>
                <c:pt idx="2915">
                  <c:v>45551</c:v>
                </c:pt>
                <c:pt idx="2916">
                  <c:v>45552</c:v>
                </c:pt>
                <c:pt idx="2917">
                  <c:v>45553</c:v>
                </c:pt>
                <c:pt idx="2918">
                  <c:v>45554</c:v>
                </c:pt>
                <c:pt idx="2919">
                  <c:v>45555</c:v>
                </c:pt>
                <c:pt idx="2920">
                  <c:v>45556</c:v>
                </c:pt>
                <c:pt idx="2921">
                  <c:v>45557</c:v>
                </c:pt>
                <c:pt idx="2922">
                  <c:v>45558</c:v>
                </c:pt>
                <c:pt idx="2923">
                  <c:v>45559</c:v>
                </c:pt>
                <c:pt idx="2924">
                  <c:v>45560</c:v>
                </c:pt>
                <c:pt idx="2925">
                  <c:v>45561</c:v>
                </c:pt>
                <c:pt idx="2926">
                  <c:v>45562</c:v>
                </c:pt>
                <c:pt idx="2927">
                  <c:v>45563</c:v>
                </c:pt>
                <c:pt idx="2928">
                  <c:v>45564</c:v>
                </c:pt>
                <c:pt idx="2929">
                  <c:v>45565</c:v>
                </c:pt>
                <c:pt idx="2930">
                  <c:v>45566</c:v>
                </c:pt>
                <c:pt idx="2931">
                  <c:v>45567</c:v>
                </c:pt>
                <c:pt idx="2932">
                  <c:v>45568</c:v>
                </c:pt>
                <c:pt idx="2933">
                  <c:v>45569</c:v>
                </c:pt>
                <c:pt idx="2934">
                  <c:v>45570</c:v>
                </c:pt>
                <c:pt idx="2935">
                  <c:v>45571</c:v>
                </c:pt>
                <c:pt idx="2936">
                  <c:v>45572</c:v>
                </c:pt>
                <c:pt idx="2937">
                  <c:v>45573</c:v>
                </c:pt>
                <c:pt idx="2938">
                  <c:v>45574</c:v>
                </c:pt>
                <c:pt idx="2939">
                  <c:v>45575</c:v>
                </c:pt>
                <c:pt idx="2940">
                  <c:v>45576</c:v>
                </c:pt>
                <c:pt idx="2941">
                  <c:v>45577</c:v>
                </c:pt>
                <c:pt idx="2942">
                  <c:v>45578</c:v>
                </c:pt>
                <c:pt idx="2943">
                  <c:v>45579</c:v>
                </c:pt>
                <c:pt idx="2944">
                  <c:v>45580</c:v>
                </c:pt>
                <c:pt idx="2945">
                  <c:v>45581</c:v>
                </c:pt>
                <c:pt idx="2946">
                  <c:v>45582</c:v>
                </c:pt>
                <c:pt idx="2947">
                  <c:v>45583</c:v>
                </c:pt>
                <c:pt idx="2948">
                  <c:v>45584</c:v>
                </c:pt>
                <c:pt idx="2949">
                  <c:v>45585</c:v>
                </c:pt>
                <c:pt idx="2950">
                  <c:v>45586</c:v>
                </c:pt>
                <c:pt idx="2951">
                  <c:v>45587</c:v>
                </c:pt>
                <c:pt idx="2952">
                  <c:v>45588</c:v>
                </c:pt>
                <c:pt idx="2953">
                  <c:v>45589</c:v>
                </c:pt>
                <c:pt idx="2954">
                  <c:v>45590</c:v>
                </c:pt>
                <c:pt idx="2955">
                  <c:v>45591</c:v>
                </c:pt>
                <c:pt idx="2956">
                  <c:v>45592</c:v>
                </c:pt>
                <c:pt idx="2957">
                  <c:v>45593</c:v>
                </c:pt>
                <c:pt idx="2958">
                  <c:v>45594</c:v>
                </c:pt>
                <c:pt idx="2959">
                  <c:v>45595</c:v>
                </c:pt>
                <c:pt idx="2960">
                  <c:v>45596</c:v>
                </c:pt>
                <c:pt idx="2961">
                  <c:v>45597</c:v>
                </c:pt>
                <c:pt idx="2962">
                  <c:v>45598</c:v>
                </c:pt>
                <c:pt idx="2963">
                  <c:v>45599</c:v>
                </c:pt>
                <c:pt idx="2964">
                  <c:v>45600</c:v>
                </c:pt>
                <c:pt idx="2965">
                  <c:v>45601</c:v>
                </c:pt>
                <c:pt idx="2966">
                  <c:v>45602</c:v>
                </c:pt>
                <c:pt idx="2967">
                  <c:v>45603</c:v>
                </c:pt>
                <c:pt idx="2968">
                  <c:v>45604</c:v>
                </c:pt>
                <c:pt idx="2969">
                  <c:v>45605</c:v>
                </c:pt>
                <c:pt idx="2970">
                  <c:v>45606</c:v>
                </c:pt>
                <c:pt idx="2971">
                  <c:v>45607</c:v>
                </c:pt>
                <c:pt idx="2972">
                  <c:v>45608</c:v>
                </c:pt>
                <c:pt idx="2973">
                  <c:v>45609</c:v>
                </c:pt>
                <c:pt idx="2974">
                  <c:v>45610</c:v>
                </c:pt>
                <c:pt idx="2975">
                  <c:v>45611</c:v>
                </c:pt>
                <c:pt idx="2976">
                  <c:v>45612</c:v>
                </c:pt>
                <c:pt idx="2977">
                  <c:v>45613</c:v>
                </c:pt>
                <c:pt idx="2978">
                  <c:v>45614</c:v>
                </c:pt>
                <c:pt idx="2979">
                  <c:v>45615</c:v>
                </c:pt>
                <c:pt idx="2980">
                  <c:v>45616</c:v>
                </c:pt>
                <c:pt idx="2981">
                  <c:v>45617</c:v>
                </c:pt>
                <c:pt idx="2982">
                  <c:v>45618</c:v>
                </c:pt>
                <c:pt idx="2983">
                  <c:v>45619</c:v>
                </c:pt>
                <c:pt idx="2984">
                  <c:v>45620</c:v>
                </c:pt>
                <c:pt idx="2985">
                  <c:v>45621</c:v>
                </c:pt>
                <c:pt idx="2986">
                  <c:v>45622</c:v>
                </c:pt>
                <c:pt idx="2987">
                  <c:v>45623</c:v>
                </c:pt>
                <c:pt idx="2988">
                  <c:v>45624</c:v>
                </c:pt>
                <c:pt idx="2989">
                  <c:v>45625</c:v>
                </c:pt>
                <c:pt idx="2990">
                  <c:v>45626</c:v>
                </c:pt>
                <c:pt idx="2991">
                  <c:v>45627</c:v>
                </c:pt>
                <c:pt idx="2992">
                  <c:v>45628</c:v>
                </c:pt>
                <c:pt idx="2993">
                  <c:v>45629</c:v>
                </c:pt>
                <c:pt idx="2994">
                  <c:v>45630</c:v>
                </c:pt>
                <c:pt idx="2995">
                  <c:v>45631</c:v>
                </c:pt>
                <c:pt idx="2996">
                  <c:v>45632</c:v>
                </c:pt>
                <c:pt idx="2997">
                  <c:v>45633</c:v>
                </c:pt>
                <c:pt idx="2998">
                  <c:v>45634</c:v>
                </c:pt>
                <c:pt idx="2999">
                  <c:v>45635</c:v>
                </c:pt>
                <c:pt idx="3000">
                  <c:v>45636</c:v>
                </c:pt>
                <c:pt idx="3001">
                  <c:v>45637</c:v>
                </c:pt>
                <c:pt idx="3002">
                  <c:v>45638</c:v>
                </c:pt>
                <c:pt idx="3003">
                  <c:v>45639</c:v>
                </c:pt>
                <c:pt idx="3004">
                  <c:v>45640</c:v>
                </c:pt>
                <c:pt idx="3005">
                  <c:v>45641</c:v>
                </c:pt>
                <c:pt idx="3006">
                  <c:v>45642</c:v>
                </c:pt>
                <c:pt idx="3007">
                  <c:v>45643</c:v>
                </c:pt>
                <c:pt idx="3008">
                  <c:v>45644</c:v>
                </c:pt>
                <c:pt idx="3009">
                  <c:v>45645</c:v>
                </c:pt>
                <c:pt idx="3010">
                  <c:v>45646</c:v>
                </c:pt>
                <c:pt idx="3011">
                  <c:v>45647</c:v>
                </c:pt>
                <c:pt idx="3012">
                  <c:v>45648</c:v>
                </c:pt>
                <c:pt idx="3013">
                  <c:v>45649</c:v>
                </c:pt>
                <c:pt idx="3014">
                  <c:v>45650</c:v>
                </c:pt>
                <c:pt idx="3015">
                  <c:v>45651</c:v>
                </c:pt>
                <c:pt idx="3016">
                  <c:v>45652</c:v>
                </c:pt>
                <c:pt idx="3017">
                  <c:v>45653</c:v>
                </c:pt>
                <c:pt idx="3018">
                  <c:v>45654</c:v>
                </c:pt>
                <c:pt idx="3019">
                  <c:v>45655</c:v>
                </c:pt>
                <c:pt idx="3020">
                  <c:v>45656</c:v>
                </c:pt>
                <c:pt idx="3021">
                  <c:v>45657</c:v>
                </c:pt>
                <c:pt idx="3022">
                  <c:v>45658</c:v>
                </c:pt>
                <c:pt idx="3023">
                  <c:v>45659</c:v>
                </c:pt>
                <c:pt idx="3024">
                  <c:v>45660</c:v>
                </c:pt>
                <c:pt idx="3025">
                  <c:v>45661</c:v>
                </c:pt>
                <c:pt idx="3026">
                  <c:v>45662</c:v>
                </c:pt>
                <c:pt idx="3027">
                  <c:v>45663</c:v>
                </c:pt>
                <c:pt idx="3028">
                  <c:v>45664</c:v>
                </c:pt>
                <c:pt idx="3029">
                  <c:v>45665</c:v>
                </c:pt>
                <c:pt idx="3030">
                  <c:v>45666</c:v>
                </c:pt>
                <c:pt idx="3031">
                  <c:v>45667</c:v>
                </c:pt>
                <c:pt idx="3032">
                  <c:v>45668</c:v>
                </c:pt>
                <c:pt idx="3033">
                  <c:v>45669</c:v>
                </c:pt>
                <c:pt idx="3034">
                  <c:v>45670</c:v>
                </c:pt>
                <c:pt idx="3035">
                  <c:v>45671</c:v>
                </c:pt>
                <c:pt idx="3036">
                  <c:v>45672</c:v>
                </c:pt>
                <c:pt idx="3037">
                  <c:v>45673</c:v>
                </c:pt>
                <c:pt idx="3038">
                  <c:v>45674</c:v>
                </c:pt>
                <c:pt idx="3039">
                  <c:v>45675</c:v>
                </c:pt>
                <c:pt idx="3040">
                  <c:v>45676</c:v>
                </c:pt>
                <c:pt idx="3041">
                  <c:v>45677</c:v>
                </c:pt>
                <c:pt idx="3042">
                  <c:v>45678</c:v>
                </c:pt>
                <c:pt idx="3043">
                  <c:v>45679</c:v>
                </c:pt>
                <c:pt idx="3044">
                  <c:v>45680</c:v>
                </c:pt>
                <c:pt idx="3045">
                  <c:v>45681</c:v>
                </c:pt>
                <c:pt idx="3046">
                  <c:v>45682</c:v>
                </c:pt>
                <c:pt idx="3047">
                  <c:v>45683</c:v>
                </c:pt>
                <c:pt idx="3048">
                  <c:v>45684</c:v>
                </c:pt>
                <c:pt idx="3049">
                  <c:v>45685</c:v>
                </c:pt>
                <c:pt idx="3050">
                  <c:v>45686</c:v>
                </c:pt>
                <c:pt idx="3051">
                  <c:v>45687</c:v>
                </c:pt>
                <c:pt idx="3052">
                  <c:v>45688</c:v>
                </c:pt>
                <c:pt idx="3053">
                  <c:v>45689</c:v>
                </c:pt>
                <c:pt idx="3054">
                  <c:v>45690</c:v>
                </c:pt>
                <c:pt idx="3055">
                  <c:v>45691</c:v>
                </c:pt>
                <c:pt idx="3056">
                  <c:v>45692</c:v>
                </c:pt>
                <c:pt idx="3057">
                  <c:v>45693</c:v>
                </c:pt>
                <c:pt idx="3058">
                  <c:v>45694</c:v>
                </c:pt>
                <c:pt idx="3059">
                  <c:v>45695</c:v>
                </c:pt>
                <c:pt idx="3060">
                  <c:v>45696</c:v>
                </c:pt>
                <c:pt idx="3061">
                  <c:v>45697</c:v>
                </c:pt>
                <c:pt idx="3062">
                  <c:v>45698</c:v>
                </c:pt>
                <c:pt idx="3063">
                  <c:v>45699</c:v>
                </c:pt>
                <c:pt idx="3064">
                  <c:v>45700</c:v>
                </c:pt>
                <c:pt idx="3065">
                  <c:v>45701</c:v>
                </c:pt>
                <c:pt idx="3066">
                  <c:v>45702</c:v>
                </c:pt>
                <c:pt idx="3067">
                  <c:v>45703</c:v>
                </c:pt>
                <c:pt idx="3068">
                  <c:v>45704</c:v>
                </c:pt>
                <c:pt idx="3069">
                  <c:v>45705</c:v>
                </c:pt>
                <c:pt idx="3070">
                  <c:v>45706</c:v>
                </c:pt>
                <c:pt idx="3071">
                  <c:v>45707</c:v>
                </c:pt>
                <c:pt idx="3072">
                  <c:v>45708</c:v>
                </c:pt>
                <c:pt idx="3073">
                  <c:v>45709</c:v>
                </c:pt>
                <c:pt idx="3074">
                  <c:v>45710</c:v>
                </c:pt>
                <c:pt idx="3075">
                  <c:v>45711</c:v>
                </c:pt>
                <c:pt idx="3076">
                  <c:v>45712</c:v>
                </c:pt>
                <c:pt idx="3077">
                  <c:v>45713</c:v>
                </c:pt>
                <c:pt idx="3078">
                  <c:v>45714</c:v>
                </c:pt>
                <c:pt idx="3079">
                  <c:v>45715</c:v>
                </c:pt>
                <c:pt idx="3080">
                  <c:v>45716</c:v>
                </c:pt>
                <c:pt idx="3081">
                  <c:v>45717</c:v>
                </c:pt>
                <c:pt idx="3082">
                  <c:v>45718</c:v>
                </c:pt>
                <c:pt idx="3083">
                  <c:v>45719</c:v>
                </c:pt>
                <c:pt idx="3084">
                  <c:v>45720</c:v>
                </c:pt>
                <c:pt idx="3085">
                  <c:v>45721</c:v>
                </c:pt>
                <c:pt idx="3086">
                  <c:v>45722</c:v>
                </c:pt>
                <c:pt idx="3087">
                  <c:v>45723</c:v>
                </c:pt>
                <c:pt idx="3088">
                  <c:v>45724</c:v>
                </c:pt>
                <c:pt idx="3089">
                  <c:v>45725</c:v>
                </c:pt>
                <c:pt idx="3090">
                  <c:v>45726</c:v>
                </c:pt>
                <c:pt idx="3091">
                  <c:v>45727</c:v>
                </c:pt>
                <c:pt idx="3092">
                  <c:v>45728</c:v>
                </c:pt>
                <c:pt idx="3093">
                  <c:v>45729</c:v>
                </c:pt>
                <c:pt idx="3094">
                  <c:v>45730</c:v>
                </c:pt>
                <c:pt idx="3095">
                  <c:v>45731</c:v>
                </c:pt>
                <c:pt idx="3096">
                  <c:v>45732</c:v>
                </c:pt>
                <c:pt idx="3097">
                  <c:v>45733</c:v>
                </c:pt>
                <c:pt idx="3098">
                  <c:v>45734</c:v>
                </c:pt>
                <c:pt idx="3099">
                  <c:v>45735</c:v>
                </c:pt>
                <c:pt idx="3100">
                  <c:v>45736</c:v>
                </c:pt>
                <c:pt idx="3101">
                  <c:v>45737</c:v>
                </c:pt>
                <c:pt idx="3102">
                  <c:v>45738</c:v>
                </c:pt>
                <c:pt idx="3103">
                  <c:v>45739</c:v>
                </c:pt>
                <c:pt idx="3104">
                  <c:v>45740</c:v>
                </c:pt>
                <c:pt idx="3105">
                  <c:v>45741</c:v>
                </c:pt>
                <c:pt idx="3106">
                  <c:v>45742</c:v>
                </c:pt>
                <c:pt idx="3107">
                  <c:v>45743</c:v>
                </c:pt>
                <c:pt idx="3108">
                  <c:v>45744</c:v>
                </c:pt>
                <c:pt idx="3109">
                  <c:v>45745</c:v>
                </c:pt>
                <c:pt idx="3110">
                  <c:v>45746</c:v>
                </c:pt>
                <c:pt idx="3111">
                  <c:v>45747</c:v>
                </c:pt>
                <c:pt idx="3112">
                  <c:v>45748</c:v>
                </c:pt>
                <c:pt idx="3113">
                  <c:v>45749</c:v>
                </c:pt>
                <c:pt idx="3114">
                  <c:v>45750</c:v>
                </c:pt>
                <c:pt idx="3115">
                  <c:v>45751</c:v>
                </c:pt>
                <c:pt idx="3116">
                  <c:v>45752</c:v>
                </c:pt>
                <c:pt idx="3117">
                  <c:v>45753</c:v>
                </c:pt>
                <c:pt idx="3118">
                  <c:v>45754</c:v>
                </c:pt>
                <c:pt idx="3119">
                  <c:v>45755</c:v>
                </c:pt>
                <c:pt idx="3120">
                  <c:v>45756</c:v>
                </c:pt>
                <c:pt idx="3121">
                  <c:v>45757</c:v>
                </c:pt>
                <c:pt idx="3122">
                  <c:v>45758</c:v>
                </c:pt>
                <c:pt idx="3123">
                  <c:v>45759</c:v>
                </c:pt>
                <c:pt idx="3124">
                  <c:v>45760</c:v>
                </c:pt>
                <c:pt idx="3125">
                  <c:v>45761</c:v>
                </c:pt>
                <c:pt idx="3126">
                  <c:v>45762</c:v>
                </c:pt>
                <c:pt idx="3127">
                  <c:v>45763</c:v>
                </c:pt>
                <c:pt idx="3128">
                  <c:v>45764</c:v>
                </c:pt>
                <c:pt idx="3129">
                  <c:v>45765</c:v>
                </c:pt>
                <c:pt idx="3130">
                  <c:v>45766</c:v>
                </c:pt>
                <c:pt idx="3131">
                  <c:v>45767</c:v>
                </c:pt>
                <c:pt idx="3132">
                  <c:v>45768</c:v>
                </c:pt>
                <c:pt idx="3133">
                  <c:v>45769</c:v>
                </c:pt>
                <c:pt idx="3134">
                  <c:v>45770</c:v>
                </c:pt>
                <c:pt idx="3135">
                  <c:v>45771</c:v>
                </c:pt>
                <c:pt idx="3136">
                  <c:v>45772</c:v>
                </c:pt>
                <c:pt idx="3137">
                  <c:v>45773</c:v>
                </c:pt>
                <c:pt idx="3138">
                  <c:v>45774</c:v>
                </c:pt>
                <c:pt idx="3139">
                  <c:v>45775</c:v>
                </c:pt>
                <c:pt idx="3140">
                  <c:v>45776</c:v>
                </c:pt>
                <c:pt idx="3141">
                  <c:v>45777</c:v>
                </c:pt>
                <c:pt idx="3142">
                  <c:v>45778</c:v>
                </c:pt>
                <c:pt idx="3143">
                  <c:v>45779</c:v>
                </c:pt>
                <c:pt idx="3144">
                  <c:v>45780</c:v>
                </c:pt>
                <c:pt idx="3145">
                  <c:v>45781</c:v>
                </c:pt>
                <c:pt idx="3146">
                  <c:v>45782</c:v>
                </c:pt>
                <c:pt idx="3147">
                  <c:v>45783</c:v>
                </c:pt>
                <c:pt idx="3148">
                  <c:v>45784</c:v>
                </c:pt>
                <c:pt idx="3149">
                  <c:v>45785</c:v>
                </c:pt>
                <c:pt idx="3150">
                  <c:v>45786</c:v>
                </c:pt>
                <c:pt idx="3151">
                  <c:v>45787</c:v>
                </c:pt>
                <c:pt idx="3152">
                  <c:v>45788</c:v>
                </c:pt>
                <c:pt idx="3153">
                  <c:v>45789</c:v>
                </c:pt>
                <c:pt idx="3154">
                  <c:v>45790</c:v>
                </c:pt>
                <c:pt idx="3155">
                  <c:v>45791</c:v>
                </c:pt>
                <c:pt idx="3156">
                  <c:v>45792</c:v>
                </c:pt>
                <c:pt idx="3157">
                  <c:v>45793</c:v>
                </c:pt>
                <c:pt idx="3158">
                  <c:v>45794</c:v>
                </c:pt>
                <c:pt idx="3159">
                  <c:v>45795</c:v>
                </c:pt>
                <c:pt idx="3160">
                  <c:v>45796</c:v>
                </c:pt>
                <c:pt idx="3161">
                  <c:v>45797</c:v>
                </c:pt>
                <c:pt idx="3162">
                  <c:v>45798</c:v>
                </c:pt>
                <c:pt idx="3163">
                  <c:v>45799</c:v>
                </c:pt>
                <c:pt idx="3164">
                  <c:v>45800</c:v>
                </c:pt>
                <c:pt idx="3165">
                  <c:v>45801</c:v>
                </c:pt>
                <c:pt idx="3166">
                  <c:v>45802</c:v>
                </c:pt>
                <c:pt idx="3167">
                  <c:v>45803</c:v>
                </c:pt>
                <c:pt idx="3168">
                  <c:v>45804</c:v>
                </c:pt>
                <c:pt idx="3169">
                  <c:v>45805</c:v>
                </c:pt>
                <c:pt idx="3170">
                  <c:v>45806</c:v>
                </c:pt>
                <c:pt idx="3171">
                  <c:v>45807</c:v>
                </c:pt>
                <c:pt idx="3172">
                  <c:v>45808</c:v>
                </c:pt>
                <c:pt idx="3173">
                  <c:v>45809</c:v>
                </c:pt>
                <c:pt idx="3174">
                  <c:v>45810</c:v>
                </c:pt>
                <c:pt idx="3175">
                  <c:v>45811</c:v>
                </c:pt>
                <c:pt idx="3176">
                  <c:v>45812</c:v>
                </c:pt>
                <c:pt idx="3177">
                  <c:v>45813</c:v>
                </c:pt>
                <c:pt idx="3178">
                  <c:v>45814</c:v>
                </c:pt>
                <c:pt idx="3179">
                  <c:v>45815</c:v>
                </c:pt>
                <c:pt idx="3180">
                  <c:v>45816</c:v>
                </c:pt>
                <c:pt idx="3181">
                  <c:v>45817</c:v>
                </c:pt>
                <c:pt idx="3182">
                  <c:v>45818</c:v>
                </c:pt>
                <c:pt idx="3183">
                  <c:v>45819</c:v>
                </c:pt>
                <c:pt idx="3184">
                  <c:v>45820</c:v>
                </c:pt>
                <c:pt idx="3185">
                  <c:v>45821</c:v>
                </c:pt>
                <c:pt idx="3186">
                  <c:v>45822</c:v>
                </c:pt>
                <c:pt idx="3187">
                  <c:v>45823</c:v>
                </c:pt>
                <c:pt idx="3188">
                  <c:v>45824</c:v>
                </c:pt>
                <c:pt idx="3189">
                  <c:v>45825</c:v>
                </c:pt>
                <c:pt idx="3190">
                  <c:v>45826</c:v>
                </c:pt>
                <c:pt idx="3191">
                  <c:v>45827</c:v>
                </c:pt>
                <c:pt idx="3192">
                  <c:v>45828</c:v>
                </c:pt>
                <c:pt idx="3193">
                  <c:v>45829</c:v>
                </c:pt>
                <c:pt idx="3194">
                  <c:v>45830</c:v>
                </c:pt>
                <c:pt idx="3195">
                  <c:v>45831</c:v>
                </c:pt>
                <c:pt idx="3196">
                  <c:v>45832</c:v>
                </c:pt>
                <c:pt idx="3197">
                  <c:v>45833</c:v>
                </c:pt>
                <c:pt idx="3198">
                  <c:v>45834</c:v>
                </c:pt>
                <c:pt idx="3199">
                  <c:v>45835</c:v>
                </c:pt>
                <c:pt idx="3200">
                  <c:v>45836</c:v>
                </c:pt>
                <c:pt idx="3201">
                  <c:v>45837</c:v>
                </c:pt>
                <c:pt idx="3202">
                  <c:v>45838</c:v>
                </c:pt>
                <c:pt idx="3203">
                  <c:v>45839</c:v>
                </c:pt>
                <c:pt idx="3204">
                  <c:v>45840</c:v>
                </c:pt>
                <c:pt idx="3205">
                  <c:v>45841</c:v>
                </c:pt>
                <c:pt idx="3206">
                  <c:v>45842</c:v>
                </c:pt>
                <c:pt idx="3207">
                  <c:v>45843</c:v>
                </c:pt>
                <c:pt idx="3208">
                  <c:v>45844</c:v>
                </c:pt>
                <c:pt idx="3209">
                  <c:v>45845</c:v>
                </c:pt>
                <c:pt idx="3210">
                  <c:v>45846</c:v>
                </c:pt>
                <c:pt idx="3211">
                  <c:v>45847</c:v>
                </c:pt>
                <c:pt idx="3212">
                  <c:v>45848</c:v>
                </c:pt>
                <c:pt idx="3213">
                  <c:v>45849</c:v>
                </c:pt>
                <c:pt idx="3214">
                  <c:v>45850</c:v>
                </c:pt>
                <c:pt idx="3215">
                  <c:v>45851</c:v>
                </c:pt>
                <c:pt idx="3216">
                  <c:v>45852</c:v>
                </c:pt>
                <c:pt idx="3217">
                  <c:v>45853</c:v>
                </c:pt>
                <c:pt idx="3218">
                  <c:v>45854</c:v>
                </c:pt>
                <c:pt idx="3219">
                  <c:v>45855</c:v>
                </c:pt>
                <c:pt idx="3220">
                  <c:v>45856</c:v>
                </c:pt>
                <c:pt idx="3221">
                  <c:v>45857</c:v>
                </c:pt>
                <c:pt idx="3222">
                  <c:v>45858</c:v>
                </c:pt>
                <c:pt idx="3223">
                  <c:v>45859</c:v>
                </c:pt>
                <c:pt idx="3224">
                  <c:v>45860</c:v>
                </c:pt>
                <c:pt idx="3225">
                  <c:v>45861</c:v>
                </c:pt>
                <c:pt idx="3226">
                  <c:v>45862</c:v>
                </c:pt>
                <c:pt idx="3227">
                  <c:v>45863</c:v>
                </c:pt>
                <c:pt idx="3228">
                  <c:v>45864</c:v>
                </c:pt>
                <c:pt idx="3229">
                  <c:v>45865</c:v>
                </c:pt>
                <c:pt idx="3230">
                  <c:v>45866</c:v>
                </c:pt>
                <c:pt idx="3231">
                  <c:v>45867</c:v>
                </c:pt>
                <c:pt idx="3232">
                  <c:v>45868</c:v>
                </c:pt>
                <c:pt idx="3233">
                  <c:v>45869</c:v>
                </c:pt>
                <c:pt idx="3234">
                  <c:v>45870</c:v>
                </c:pt>
                <c:pt idx="3235">
                  <c:v>45871</c:v>
                </c:pt>
                <c:pt idx="3236">
                  <c:v>45872</c:v>
                </c:pt>
                <c:pt idx="3237">
                  <c:v>45873</c:v>
                </c:pt>
                <c:pt idx="3238">
                  <c:v>45874</c:v>
                </c:pt>
                <c:pt idx="3239">
                  <c:v>45875</c:v>
                </c:pt>
                <c:pt idx="3240">
                  <c:v>45876</c:v>
                </c:pt>
                <c:pt idx="3241">
                  <c:v>45877</c:v>
                </c:pt>
                <c:pt idx="3242">
                  <c:v>45878</c:v>
                </c:pt>
                <c:pt idx="3243">
                  <c:v>45879</c:v>
                </c:pt>
                <c:pt idx="3244">
                  <c:v>45880</c:v>
                </c:pt>
                <c:pt idx="3245">
                  <c:v>45881</c:v>
                </c:pt>
                <c:pt idx="3246">
                  <c:v>45882</c:v>
                </c:pt>
                <c:pt idx="3247">
                  <c:v>45883</c:v>
                </c:pt>
                <c:pt idx="3248">
                  <c:v>45884</c:v>
                </c:pt>
                <c:pt idx="3249">
                  <c:v>45885</c:v>
                </c:pt>
                <c:pt idx="3250">
                  <c:v>45886</c:v>
                </c:pt>
                <c:pt idx="3251">
                  <c:v>45887</c:v>
                </c:pt>
                <c:pt idx="3252">
                  <c:v>45888</c:v>
                </c:pt>
                <c:pt idx="3253">
                  <c:v>45889</c:v>
                </c:pt>
                <c:pt idx="3254">
                  <c:v>45890</c:v>
                </c:pt>
                <c:pt idx="3255">
                  <c:v>45891</c:v>
                </c:pt>
                <c:pt idx="3256">
                  <c:v>45892</c:v>
                </c:pt>
                <c:pt idx="3257">
                  <c:v>45893</c:v>
                </c:pt>
                <c:pt idx="3258">
                  <c:v>45894</c:v>
                </c:pt>
                <c:pt idx="3259">
                  <c:v>45895</c:v>
                </c:pt>
                <c:pt idx="3260">
                  <c:v>45896</c:v>
                </c:pt>
                <c:pt idx="3261">
                  <c:v>45897</c:v>
                </c:pt>
                <c:pt idx="3262">
                  <c:v>45898</c:v>
                </c:pt>
                <c:pt idx="3263">
                  <c:v>45899</c:v>
                </c:pt>
                <c:pt idx="3264">
                  <c:v>45900</c:v>
                </c:pt>
                <c:pt idx="3265">
                  <c:v>45901</c:v>
                </c:pt>
                <c:pt idx="3266">
                  <c:v>45902</c:v>
                </c:pt>
                <c:pt idx="3267">
                  <c:v>45903</c:v>
                </c:pt>
                <c:pt idx="3268">
                  <c:v>45904</c:v>
                </c:pt>
                <c:pt idx="3269">
                  <c:v>45905</c:v>
                </c:pt>
                <c:pt idx="3270">
                  <c:v>45906</c:v>
                </c:pt>
                <c:pt idx="3271">
                  <c:v>45907</c:v>
                </c:pt>
                <c:pt idx="3272">
                  <c:v>45908</c:v>
                </c:pt>
                <c:pt idx="3273">
                  <c:v>45909</c:v>
                </c:pt>
                <c:pt idx="3274">
                  <c:v>45910</c:v>
                </c:pt>
                <c:pt idx="3275">
                  <c:v>45911</c:v>
                </c:pt>
                <c:pt idx="3276">
                  <c:v>45912</c:v>
                </c:pt>
                <c:pt idx="3277">
                  <c:v>45913</c:v>
                </c:pt>
                <c:pt idx="3278">
                  <c:v>45914</c:v>
                </c:pt>
                <c:pt idx="3279">
                  <c:v>45915</c:v>
                </c:pt>
                <c:pt idx="3280">
                  <c:v>45916</c:v>
                </c:pt>
                <c:pt idx="3281">
                  <c:v>45917</c:v>
                </c:pt>
                <c:pt idx="3282">
                  <c:v>45918</c:v>
                </c:pt>
                <c:pt idx="3283">
                  <c:v>45919</c:v>
                </c:pt>
                <c:pt idx="3284">
                  <c:v>45920</c:v>
                </c:pt>
                <c:pt idx="3285">
                  <c:v>45921</c:v>
                </c:pt>
                <c:pt idx="3286">
                  <c:v>45922</c:v>
                </c:pt>
                <c:pt idx="3287">
                  <c:v>45923</c:v>
                </c:pt>
                <c:pt idx="3288">
                  <c:v>45924</c:v>
                </c:pt>
                <c:pt idx="3289">
                  <c:v>45925</c:v>
                </c:pt>
                <c:pt idx="3290">
                  <c:v>45926</c:v>
                </c:pt>
                <c:pt idx="3291">
                  <c:v>45927</c:v>
                </c:pt>
                <c:pt idx="3292">
                  <c:v>45928</c:v>
                </c:pt>
                <c:pt idx="3293">
                  <c:v>45929</c:v>
                </c:pt>
                <c:pt idx="3294">
                  <c:v>45930</c:v>
                </c:pt>
                <c:pt idx="3295">
                  <c:v>45931</c:v>
                </c:pt>
                <c:pt idx="3296">
                  <c:v>45932</c:v>
                </c:pt>
                <c:pt idx="3297">
                  <c:v>45933</c:v>
                </c:pt>
                <c:pt idx="3298">
                  <c:v>45934</c:v>
                </c:pt>
                <c:pt idx="3299">
                  <c:v>45935</c:v>
                </c:pt>
                <c:pt idx="3300">
                  <c:v>45936</c:v>
                </c:pt>
                <c:pt idx="3301">
                  <c:v>45937</c:v>
                </c:pt>
                <c:pt idx="3302">
                  <c:v>45938</c:v>
                </c:pt>
                <c:pt idx="3303">
                  <c:v>45939</c:v>
                </c:pt>
                <c:pt idx="3304">
                  <c:v>45940</c:v>
                </c:pt>
                <c:pt idx="3305">
                  <c:v>45941</c:v>
                </c:pt>
                <c:pt idx="3306">
                  <c:v>45942</c:v>
                </c:pt>
                <c:pt idx="3307">
                  <c:v>45943</c:v>
                </c:pt>
                <c:pt idx="3308">
                  <c:v>45944</c:v>
                </c:pt>
                <c:pt idx="3309">
                  <c:v>45945</c:v>
                </c:pt>
                <c:pt idx="3310">
                  <c:v>45946</c:v>
                </c:pt>
                <c:pt idx="3311">
                  <c:v>45947</c:v>
                </c:pt>
                <c:pt idx="3312">
                  <c:v>45948</c:v>
                </c:pt>
                <c:pt idx="3313">
                  <c:v>45949</c:v>
                </c:pt>
                <c:pt idx="3314">
                  <c:v>45950</c:v>
                </c:pt>
                <c:pt idx="3315">
                  <c:v>45951</c:v>
                </c:pt>
                <c:pt idx="3316">
                  <c:v>45952</c:v>
                </c:pt>
                <c:pt idx="3317">
                  <c:v>45953</c:v>
                </c:pt>
                <c:pt idx="3318">
                  <c:v>45954</c:v>
                </c:pt>
                <c:pt idx="3319">
                  <c:v>45955</c:v>
                </c:pt>
                <c:pt idx="3320">
                  <c:v>45956</c:v>
                </c:pt>
                <c:pt idx="3321">
                  <c:v>45957</c:v>
                </c:pt>
                <c:pt idx="3322">
                  <c:v>45958</c:v>
                </c:pt>
                <c:pt idx="3323">
                  <c:v>45959</c:v>
                </c:pt>
                <c:pt idx="3324">
                  <c:v>45960</c:v>
                </c:pt>
                <c:pt idx="3325">
                  <c:v>45961</c:v>
                </c:pt>
                <c:pt idx="3326">
                  <c:v>45962</c:v>
                </c:pt>
                <c:pt idx="3327">
                  <c:v>45963</c:v>
                </c:pt>
                <c:pt idx="3328">
                  <c:v>45964</c:v>
                </c:pt>
                <c:pt idx="3329">
                  <c:v>45965</c:v>
                </c:pt>
                <c:pt idx="3330">
                  <c:v>45966</c:v>
                </c:pt>
                <c:pt idx="3331">
                  <c:v>45967</c:v>
                </c:pt>
                <c:pt idx="3332">
                  <c:v>45968</c:v>
                </c:pt>
                <c:pt idx="3333">
                  <c:v>45969</c:v>
                </c:pt>
                <c:pt idx="3334">
                  <c:v>45970</c:v>
                </c:pt>
                <c:pt idx="3335">
                  <c:v>45971</c:v>
                </c:pt>
                <c:pt idx="3336">
                  <c:v>45972</c:v>
                </c:pt>
                <c:pt idx="3337">
                  <c:v>45973</c:v>
                </c:pt>
                <c:pt idx="3338">
                  <c:v>45974</c:v>
                </c:pt>
                <c:pt idx="3339">
                  <c:v>45975</c:v>
                </c:pt>
                <c:pt idx="3340">
                  <c:v>45976</c:v>
                </c:pt>
                <c:pt idx="3341">
                  <c:v>45977</c:v>
                </c:pt>
                <c:pt idx="3342">
                  <c:v>45978</c:v>
                </c:pt>
                <c:pt idx="3343">
                  <c:v>45979</c:v>
                </c:pt>
                <c:pt idx="3344">
                  <c:v>45980</c:v>
                </c:pt>
                <c:pt idx="3345">
                  <c:v>45981</c:v>
                </c:pt>
                <c:pt idx="3346">
                  <c:v>45982</c:v>
                </c:pt>
                <c:pt idx="3347">
                  <c:v>45983</c:v>
                </c:pt>
                <c:pt idx="3348">
                  <c:v>45984</c:v>
                </c:pt>
                <c:pt idx="3349">
                  <c:v>45985</c:v>
                </c:pt>
                <c:pt idx="3350">
                  <c:v>45986</c:v>
                </c:pt>
                <c:pt idx="3351">
                  <c:v>45987</c:v>
                </c:pt>
                <c:pt idx="3352">
                  <c:v>45988</c:v>
                </c:pt>
                <c:pt idx="3353">
                  <c:v>45989</c:v>
                </c:pt>
                <c:pt idx="3354">
                  <c:v>45990</c:v>
                </c:pt>
                <c:pt idx="3355">
                  <c:v>45991</c:v>
                </c:pt>
                <c:pt idx="3356">
                  <c:v>45992</c:v>
                </c:pt>
                <c:pt idx="3357">
                  <c:v>45993</c:v>
                </c:pt>
                <c:pt idx="3358">
                  <c:v>45994</c:v>
                </c:pt>
                <c:pt idx="3359">
                  <c:v>45995</c:v>
                </c:pt>
                <c:pt idx="3360">
                  <c:v>45996</c:v>
                </c:pt>
                <c:pt idx="3361">
                  <c:v>45997</c:v>
                </c:pt>
                <c:pt idx="3362">
                  <c:v>45998</c:v>
                </c:pt>
                <c:pt idx="3363">
                  <c:v>45999</c:v>
                </c:pt>
                <c:pt idx="3364">
                  <c:v>46000</c:v>
                </c:pt>
                <c:pt idx="3365">
                  <c:v>46001</c:v>
                </c:pt>
                <c:pt idx="3366">
                  <c:v>46002</c:v>
                </c:pt>
                <c:pt idx="3367">
                  <c:v>46003</c:v>
                </c:pt>
                <c:pt idx="3368">
                  <c:v>46004</c:v>
                </c:pt>
                <c:pt idx="3369">
                  <c:v>46005</c:v>
                </c:pt>
                <c:pt idx="3370">
                  <c:v>46006</c:v>
                </c:pt>
                <c:pt idx="3371">
                  <c:v>46007</c:v>
                </c:pt>
                <c:pt idx="3372">
                  <c:v>46008</c:v>
                </c:pt>
                <c:pt idx="3373">
                  <c:v>46009</c:v>
                </c:pt>
                <c:pt idx="3374">
                  <c:v>46010</c:v>
                </c:pt>
                <c:pt idx="3375">
                  <c:v>46011</c:v>
                </c:pt>
                <c:pt idx="3376">
                  <c:v>46012</c:v>
                </c:pt>
                <c:pt idx="3377">
                  <c:v>46013</c:v>
                </c:pt>
                <c:pt idx="3378">
                  <c:v>46014</c:v>
                </c:pt>
                <c:pt idx="3379">
                  <c:v>46015</c:v>
                </c:pt>
                <c:pt idx="3380">
                  <c:v>46016</c:v>
                </c:pt>
                <c:pt idx="3381">
                  <c:v>46017</c:v>
                </c:pt>
                <c:pt idx="3382">
                  <c:v>46018</c:v>
                </c:pt>
                <c:pt idx="3383">
                  <c:v>46019</c:v>
                </c:pt>
                <c:pt idx="3384">
                  <c:v>46020</c:v>
                </c:pt>
                <c:pt idx="3385">
                  <c:v>46021</c:v>
                </c:pt>
                <c:pt idx="3386">
                  <c:v>46022</c:v>
                </c:pt>
                <c:pt idx="3387">
                  <c:v>46023</c:v>
                </c:pt>
                <c:pt idx="3388">
                  <c:v>46024</c:v>
                </c:pt>
                <c:pt idx="3389">
                  <c:v>46025</c:v>
                </c:pt>
                <c:pt idx="3390">
                  <c:v>46026</c:v>
                </c:pt>
                <c:pt idx="3391">
                  <c:v>46027</c:v>
                </c:pt>
                <c:pt idx="3392">
                  <c:v>46028</c:v>
                </c:pt>
                <c:pt idx="3393">
                  <c:v>46029</c:v>
                </c:pt>
                <c:pt idx="3394">
                  <c:v>46030</c:v>
                </c:pt>
                <c:pt idx="3395">
                  <c:v>46031</c:v>
                </c:pt>
                <c:pt idx="3396">
                  <c:v>46032</c:v>
                </c:pt>
                <c:pt idx="3397">
                  <c:v>46033</c:v>
                </c:pt>
                <c:pt idx="3398">
                  <c:v>46034</c:v>
                </c:pt>
                <c:pt idx="3399">
                  <c:v>46035</c:v>
                </c:pt>
                <c:pt idx="3400">
                  <c:v>46036</c:v>
                </c:pt>
                <c:pt idx="3401">
                  <c:v>46037</c:v>
                </c:pt>
                <c:pt idx="3402">
                  <c:v>46038</c:v>
                </c:pt>
                <c:pt idx="3403">
                  <c:v>46039</c:v>
                </c:pt>
                <c:pt idx="3404">
                  <c:v>46040</c:v>
                </c:pt>
                <c:pt idx="3405">
                  <c:v>46041</c:v>
                </c:pt>
                <c:pt idx="3406">
                  <c:v>46042</c:v>
                </c:pt>
                <c:pt idx="3407">
                  <c:v>46043</c:v>
                </c:pt>
                <c:pt idx="3408">
                  <c:v>46044</c:v>
                </c:pt>
                <c:pt idx="3409">
                  <c:v>46045</c:v>
                </c:pt>
                <c:pt idx="3410">
                  <c:v>46046</c:v>
                </c:pt>
                <c:pt idx="3411">
                  <c:v>46047</c:v>
                </c:pt>
                <c:pt idx="3412">
                  <c:v>46048</c:v>
                </c:pt>
                <c:pt idx="3413">
                  <c:v>46049</c:v>
                </c:pt>
                <c:pt idx="3414">
                  <c:v>46050</c:v>
                </c:pt>
                <c:pt idx="3415">
                  <c:v>46051</c:v>
                </c:pt>
                <c:pt idx="3416">
                  <c:v>46052</c:v>
                </c:pt>
                <c:pt idx="3417">
                  <c:v>46053</c:v>
                </c:pt>
                <c:pt idx="3418">
                  <c:v>46054</c:v>
                </c:pt>
                <c:pt idx="3419">
                  <c:v>46055</c:v>
                </c:pt>
                <c:pt idx="3420">
                  <c:v>46056</c:v>
                </c:pt>
                <c:pt idx="3421">
                  <c:v>46057</c:v>
                </c:pt>
                <c:pt idx="3422">
                  <c:v>46058</c:v>
                </c:pt>
                <c:pt idx="3423">
                  <c:v>46059</c:v>
                </c:pt>
                <c:pt idx="3424">
                  <c:v>46060</c:v>
                </c:pt>
                <c:pt idx="3425">
                  <c:v>46061</c:v>
                </c:pt>
                <c:pt idx="3426">
                  <c:v>46062</c:v>
                </c:pt>
                <c:pt idx="3427">
                  <c:v>46063</c:v>
                </c:pt>
                <c:pt idx="3428">
                  <c:v>46064</c:v>
                </c:pt>
                <c:pt idx="3429">
                  <c:v>46065</c:v>
                </c:pt>
                <c:pt idx="3430">
                  <c:v>46066</c:v>
                </c:pt>
                <c:pt idx="3431">
                  <c:v>46067</c:v>
                </c:pt>
                <c:pt idx="3432">
                  <c:v>46068</c:v>
                </c:pt>
                <c:pt idx="3433">
                  <c:v>46069</c:v>
                </c:pt>
                <c:pt idx="3434">
                  <c:v>46070</c:v>
                </c:pt>
                <c:pt idx="3435">
                  <c:v>46071</c:v>
                </c:pt>
                <c:pt idx="3436">
                  <c:v>46072</c:v>
                </c:pt>
                <c:pt idx="3437">
                  <c:v>46073</c:v>
                </c:pt>
                <c:pt idx="3438">
                  <c:v>46074</c:v>
                </c:pt>
                <c:pt idx="3439">
                  <c:v>46075</c:v>
                </c:pt>
                <c:pt idx="3440">
                  <c:v>46076</c:v>
                </c:pt>
                <c:pt idx="3441">
                  <c:v>46077</c:v>
                </c:pt>
                <c:pt idx="3442">
                  <c:v>46078</c:v>
                </c:pt>
                <c:pt idx="3443">
                  <c:v>46079</c:v>
                </c:pt>
                <c:pt idx="3444">
                  <c:v>46080</c:v>
                </c:pt>
                <c:pt idx="3445">
                  <c:v>46081</c:v>
                </c:pt>
                <c:pt idx="3446">
                  <c:v>46082</c:v>
                </c:pt>
                <c:pt idx="3447">
                  <c:v>46083</c:v>
                </c:pt>
                <c:pt idx="3448">
                  <c:v>46084</c:v>
                </c:pt>
                <c:pt idx="3449">
                  <c:v>46085</c:v>
                </c:pt>
                <c:pt idx="3450">
                  <c:v>46086</c:v>
                </c:pt>
                <c:pt idx="3451">
                  <c:v>46087</c:v>
                </c:pt>
                <c:pt idx="3452">
                  <c:v>46088</c:v>
                </c:pt>
                <c:pt idx="3453">
                  <c:v>46089</c:v>
                </c:pt>
                <c:pt idx="3454">
                  <c:v>46090</c:v>
                </c:pt>
                <c:pt idx="3455">
                  <c:v>46091</c:v>
                </c:pt>
                <c:pt idx="3456">
                  <c:v>46092</c:v>
                </c:pt>
                <c:pt idx="3457">
                  <c:v>46093</c:v>
                </c:pt>
                <c:pt idx="3458">
                  <c:v>46094</c:v>
                </c:pt>
                <c:pt idx="3459">
                  <c:v>46095</c:v>
                </c:pt>
                <c:pt idx="3460">
                  <c:v>46096</c:v>
                </c:pt>
                <c:pt idx="3461">
                  <c:v>46097</c:v>
                </c:pt>
                <c:pt idx="3462">
                  <c:v>46098</c:v>
                </c:pt>
                <c:pt idx="3463">
                  <c:v>46099</c:v>
                </c:pt>
                <c:pt idx="3464">
                  <c:v>46100</c:v>
                </c:pt>
                <c:pt idx="3465">
                  <c:v>46101</c:v>
                </c:pt>
                <c:pt idx="3466">
                  <c:v>46102</c:v>
                </c:pt>
                <c:pt idx="3467">
                  <c:v>46103</c:v>
                </c:pt>
                <c:pt idx="3468">
                  <c:v>46104</c:v>
                </c:pt>
                <c:pt idx="3469">
                  <c:v>46105</c:v>
                </c:pt>
                <c:pt idx="3470">
                  <c:v>46106</c:v>
                </c:pt>
                <c:pt idx="3471">
                  <c:v>46107</c:v>
                </c:pt>
                <c:pt idx="3472">
                  <c:v>46108</c:v>
                </c:pt>
                <c:pt idx="3473">
                  <c:v>46109</c:v>
                </c:pt>
                <c:pt idx="3474">
                  <c:v>46110</c:v>
                </c:pt>
                <c:pt idx="3475">
                  <c:v>46111</c:v>
                </c:pt>
                <c:pt idx="3476">
                  <c:v>46112</c:v>
                </c:pt>
                <c:pt idx="3477">
                  <c:v>46113</c:v>
                </c:pt>
                <c:pt idx="3478">
                  <c:v>46114</c:v>
                </c:pt>
                <c:pt idx="3479">
                  <c:v>46115</c:v>
                </c:pt>
                <c:pt idx="3480">
                  <c:v>46116</c:v>
                </c:pt>
                <c:pt idx="3481">
                  <c:v>46117</c:v>
                </c:pt>
                <c:pt idx="3482">
                  <c:v>46118</c:v>
                </c:pt>
                <c:pt idx="3483">
                  <c:v>46119</c:v>
                </c:pt>
                <c:pt idx="3484">
                  <c:v>46120</c:v>
                </c:pt>
                <c:pt idx="3485">
                  <c:v>46121</c:v>
                </c:pt>
                <c:pt idx="3486">
                  <c:v>46122</c:v>
                </c:pt>
                <c:pt idx="3487">
                  <c:v>46123</c:v>
                </c:pt>
                <c:pt idx="3488">
                  <c:v>46124</c:v>
                </c:pt>
                <c:pt idx="3489">
                  <c:v>46125</c:v>
                </c:pt>
                <c:pt idx="3490">
                  <c:v>46126</c:v>
                </c:pt>
                <c:pt idx="3491">
                  <c:v>46127</c:v>
                </c:pt>
                <c:pt idx="3492">
                  <c:v>46128</c:v>
                </c:pt>
                <c:pt idx="3493">
                  <c:v>46129</c:v>
                </c:pt>
                <c:pt idx="3494">
                  <c:v>46130</c:v>
                </c:pt>
                <c:pt idx="3495">
                  <c:v>46131</c:v>
                </c:pt>
                <c:pt idx="3496">
                  <c:v>46132</c:v>
                </c:pt>
                <c:pt idx="3497">
                  <c:v>46133</c:v>
                </c:pt>
                <c:pt idx="3498">
                  <c:v>46134</c:v>
                </c:pt>
                <c:pt idx="3499">
                  <c:v>46135</c:v>
                </c:pt>
                <c:pt idx="3500">
                  <c:v>46136</c:v>
                </c:pt>
                <c:pt idx="3501">
                  <c:v>46137</c:v>
                </c:pt>
                <c:pt idx="3502">
                  <c:v>46138</c:v>
                </c:pt>
                <c:pt idx="3503">
                  <c:v>46139</c:v>
                </c:pt>
                <c:pt idx="3504">
                  <c:v>46140</c:v>
                </c:pt>
                <c:pt idx="3505">
                  <c:v>46141</c:v>
                </c:pt>
                <c:pt idx="3506">
                  <c:v>46142</c:v>
                </c:pt>
                <c:pt idx="3507">
                  <c:v>46143</c:v>
                </c:pt>
                <c:pt idx="3508">
                  <c:v>46144</c:v>
                </c:pt>
                <c:pt idx="3509">
                  <c:v>46145</c:v>
                </c:pt>
                <c:pt idx="3510">
                  <c:v>46146</c:v>
                </c:pt>
                <c:pt idx="3511">
                  <c:v>46147</c:v>
                </c:pt>
                <c:pt idx="3512">
                  <c:v>46148</c:v>
                </c:pt>
                <c:pt idx="3513">
                  <c:v>46149</c:v>
                </c:pt>
                <c:pt idx="3514">
                  <c:v>46150</c:v>
                </c:pt>
                <c:pt idx="3515">
                  <c:v>46151</c:v>
                </c:pt>
                <c:pt idx="3516">
                  <c:v>46152</c:v>
                </c:pt>
                <c:pt idx="3517">
                  <c:v>46153</c:v>
                </c:pt>
                <c:pt idx="3518">
                  <c:v>46154</c:v>
                </c:pt>
                <c:pt idx="3519">
                  <c:v>46155</c:v>
                </c:pt>
                <c:pt idx="3520">
                  <c:v>46156</c:v>
                </c:pt>
                <c:pt idx="3521">
                  <c:v>46157</c:v>
                </c:pt>
                <c:pt idx="3522">
                  <c:v>46158</c:v>
                </c:pt>
                <c:pt idx="3523">
                  <c:v>46159</c:v>
                </c:pt>
                <c:pt idx="3524">
                  <c:v>46160</c:v>
                </c:pt>
                <c:pt idx="3525">
                  <c:v>46161</c:v>
                </c:pt>
                <c:pt idx="3526">
                  <c:v>46162</c:v>
                </c:pt>
                <c:pt idx="3527">
                  <c:v>46163</c:v>
                </c:pt>
                <c:pt idx="3528">
                  <c:v>46164</c:v>
                </c:pt>
                <c:pt idx="3529">
                  <c:v>46165</c:v>
                </c:pt>
                <c:pt idx="3530">
                  <c:v>46166</c:v>
                </c:pt>
                <c:pt idx="3531">
                  <c:v>46167</c:v>
                </c:pt>
                <c:pt idx="3532">
                  <c:v>46168</c:v>
                </c:pt>
                <c:pt idx="3533">
                  <c:v>46169</c:v>
                </c:pt>
                <c:pt idx="3534">
                  <c:v>46170</c:v>
                </c:pt>
                <c:pt idx="3535">
                  <c:v>46171</c:v>
                </c:pt>
                <c:pt idx="3536">
                  <c:v>46172</c:v>
                </c:pt>
                <c:pt idx="3537">
                  <c:v>46173</c:v>
                </c:pt>
                <c:pt idx="3538">
                  <c:v>46174</c:v>
                </c:pt>
                <c:pt idx="3539">
                  <c:v>46175</c:v>
                </c:pt>
                <c:pt idx="3540">
                  <c:v>46176</c:v>
                </c:pt>
                <c:pt idx="3541">
                  <c:v>46177</c:v>
                </c:pt>
                <c:pt idx="3542">
                  <c:v>46178</c:v>
                </c:pt>
                <c:pt idx="3543">
                  <c:v>46179</c:v>
                </c:pt>
                <c:pt idx="3544">
                  <c:v>46180</c:v>
                </c:pt>
                <c:pt idx="3545">
                  <c:v>46181</c:v>
                </c:pt>
                <c:pt idx="3546">
                  <c:v>46182</c:v>
                </c:pt>
                <c:pt idx="3547">
                  <c:v>46183</c:v>
                </c:pt>
                <c:pt idx="3548">
                  <c:v>46184</c:v>
                </c:pt>
                <c:pt idx="3549">
                  <c:v>46185</c:v>
                </c:pt>
                <c:pt idx="3550">
                  <c:v>46186</c:v>
                </c:pt>
                <c:pt idx="3551">
                  <c:v>46187</c:v>
                </c:pt>
                <c:pt idx="3552">
                  <c:v>46188</c:v>
                </c:pt>
                <c:pt idx="3553">
                  <c:v>46189</c:v>
                </c:pt>
                <c:pt idx="3554">
                  <c:v>46190</c:v>
                </c:pt>
                <c:pt idx="3555">
                  <c:v>46191</c:v>
                </c:pt>
                <c:pt idx="3556">
                  <c:v>46192</c:v>
                </c:pt>
                <c:pt idx="3557">
                  <c:v>46193</c:v>
                </c:pt>
                <c:pt idx="3558">
                  <c:v>46194</c:v>
                </c:pt>
                <c:pt idx="3559">
                  <c:v>46195</c:v>
                </c:pt>
                <c:pt idx="3560">
                  <c:v>46196</c:v>
                </c:pt>
                <c:pt idx="3561">
                  <c:v>46197</c:v>
                </c:pt>
                <c:pt idx="3562">
                  <c:v>46198</c:v>
                </c:pt>
                <c:pt idx="3563">
                  <c:v>46199</c:v>
                </c:pt>
                <c:pt idx="3564">
                  <c:v>46200</c:v>
                </c:pt>
                <c:pt idx="3565">
                  <c:v>46201</c:v>
                </c:pt>
                <c:pt idx="3566">
                  <c:v>46202</c:v>
                </c:pt>
                <c:pt idx="3567">
                  <c:v>46203</c:v>
                </c:pt>
                <c:pt idx="3568">
                  <c:v>46204</c:v>
                </c:pt>
                <c:pt idx="3569">
                  <c:v>46205</c:v>
                </c:pt>
                <c:pt idx="3570">
                  <c:v>46206</c:v>
                </c:pt>
                <c:pt idx="3571">
                  <c:v>46207</c:v>
                </c:pt>
                <c:pt idx="3572">
                  <c:v>46208</c:v>
                </c:pt>
                <c:pt idx="3573">
                  <c:v>46209</c:v>
                </c:pt>
                <c:pt idx="3574">
                  <c:v>46210</c:v>
                </c:pt>
                <c:pt idx="3575">
                  <c:v>46211</c:v>
                </c:pt>
                <c:pt idx="3576">
                  <c:v>46212</c:v>
                </c:pt>
                <c:pt idx="3577">
                  <c:v>46213</c:v>
                </c:pt>
                <c:pt idx="3578">
                  <c:v>46214</c:v>
                </c:pt>
                <c:pt idx="3579">
                  <c:v>46215</c:v>
                </c:pt>
                <c:pt idx="3580">
                  <c:v>46216</c:v>
                </c:pt>
                <c:pt idx="3581">
                  <c:v>46217</c:v>
                </c:pt>
                <c:pt idx="3582">
                  <c:v>46218</c:v>
                </c:pt>
                <c:pt idx="3583">
                  <c:v>46219</c:v>
                </c:pt>
                <c:pt idx="3584">
                  <c:v>46220</c:v>
                </c:pt>
                <c:pt idx="3585">
                  <c:v>46221</c:v>
                </c:pt>
                <c:pt idx="3586">
                  <c:v>46222</c:v>
                </c:pt>
                <c:pt idx="3587">
                  <c:v>46223</c:v>
                </c:pt>
                <c:pt idx="3588">
                  <c:v>46224</c:v>
                </c:pt>
                <c:pt idx="3589">
                  <c:v>46225</c:v>
                </c:pt>
                <c:pt idx="3590">
                  <c:v>46226</c:v>
                </c:pt>
                <c:pt idx="3591">
                  <c:v>46227</c:v>
                </c:pt>
                <c:pt idx="3592">
                  <c:v>46228</c:v>
                </c:pt>
                <c:pt idx="3593">
                  <c:v>46229</c:v>
                </c:pt>
                <c:pt idx="3594">
                  <c:v>46230</c:v>
                </c:pt>
                <c:pt idx="3595">
                  <c:v>46231</c:v>
                </c:pt>
                <c:pt idx="3596">
                  <c:v>46232</c:v>
                </c:pt>
                <c:pt idx="3597">
                  <c:v>46233</c:v>
                </c:pt>
                <c:pt idx="3598">
                  <c:v>46234</c:v>
                </c:pt>
                <c:pt idx="3599">
                  <c:v>46235</c:v>
                </c:pt>
                <c:pt idx="3600">
                  <c:v>46236</c:v>
                </c:pt>
                <c:pt idx="3601">
                  <c:v>46237</c:v>
                </c:pt>
                <c:pt idx="3602">
                  <c:v>46238</c:v>
                </c:pt>
                <c:pt idx="3603">
                  <c:v>46239</c:v>
                </c:pt>
                <c:pt idx="3604">
                  <c:v>46240</c:v>
                </c:pt>
                <c:pt idx="3605">
                  <c:v>46241</c:v>
                </c:pt>
                <c:pt idx="3606">
                  <c:v>46242</c:v>
                </c:pt>
                <c:pt idx="3607">
                  <c:v>46243</c:v>
                </c:pt>
                <c:pt idx="3608">
                  <c:v>46244</c:v>
                </c:pt>
                <c:pt idx="3609">
                  <c:v>46245</c:v>
                </c:pt>
                <c:pt idx="3610">
                  <c:v>46246</c:v>
                </c:pt>
                <c:pt idx="3611">
                  <c:v>46247</c:v>
                </c:pt>
                <c:pt idx="3612">
                  <c:v>46248</c:v>
                </c:pt>
                <c:pt idx="3613">
                  <c:v>46249</c:v>
                </c:pt>
                <c:pt idx="3614">
                  <c:v>46250</c:v>
                </c:pt>
                <c:pt idx="3615">
                  <c:v>46251</c:v>
                </c:pt>
                <c:pt idx="3616">
                  <c:v>46252</c:v>
                </c:pt>
                <c:pt idx="3617">
                  <c:v>46253</c:v>
                </c:pt>
                <c:pt idx="3618">
                  <c:v>46254</c:v>
                </c:pt>
                <c:pt idx="3619">
                  <c:v>46255</c:v>
                </c:pt>
                <c:pt idx="3620">
                  <c:v>46256</c:v>
                </c:pt>
                <c:pt idx="3621">
                  <c:v>46257</c:v>
                </c:pt>
                <c:pt idx="3622">
                  <c:v>46258</c:v>
                </c:pt>
                <c:pt idx="3623">
                  <c:v>46259</c:v>
                </c:pt>
                <c:pt idx="3624">
                  <c:v>46260</c:v>
                </c:pt>
                <c:pt idx="3625">
                  <c:v>46261</c:v>
                </c:pt>
                <c:pt idx="3626">
                  <c:v>46262</c:v>
                </c:pt>
                <c:pt idx="3627">
                  <c:v>46263</c:v>
                </c:pt>
                <c:pt idx="3628">
                  <c:v>46264</c:v>
                </c:pt>
                <c:pt idx="3629">
                  <c:v>46265</c:v>
                </c:pt>
                <c:pt idx="3630">
                  <c:v>46266</c:v>
                </c:pt>
                <c:pt idx="3631">
                  <c:v>46267</c:v>
                </c:pt>
                <c:pt idx="3632">
                  <c:v>46268</c:v>
                </c:pt>
                <c:pt idx="3633">
                  <c:v>46269</c:v>
                </c:pt>
                <c:pt idx="3634">
                  <c:v>46270</c:v>
                </c:pt>
                <c:pt idx="3635">
                  <c:v>46271</c:v>
                </c:pt>
                <c:pt idx="3636">
                  <c:v>46272</c:v>
                </c:pt>
                <c:pt idx="3637">
                  <c:v>46273</c:v>
                </c:pt>
                <c:pt idx="3638">
                  <c:v>46274</c:v>
                </c:pt>
                <c:pt idx="3639">
                  <c:v>46275</c:v>
                </c:pt>
                <c:pt idx="3640">
                  <c:v>46276</c:v>
                </c:pt>
                <c:pt idx="3641">
                  <c:v>46277</c:v>
                </c:pt>
                <c:pt idx="3642">
                  <c:v>46278</c:v>
                </c:pt>
                <c:pt idx="3643">
                  <c:v>46279</c:v>
                </c:pt>
                <c:pt idx="3644">
                  <c:v>46280</c:v>
                </c:pt>
                <c:pt idx="3645">
                  <c:v>46281</c:v>
                </c:pt>
                <c:pt idx="3646">
                  <c:v>46282</c:v>
                </c:pt>
                <c:pt idx="3647">
                  <c:v>46283</c:v>
                </c:pt>
                <c:pt idx="3648">
                  <c:v>46284</c:v>
                </c:pt>
                <c:pt idx="3649">
                  <c:v>46285</c:v>
                </c:pt>
                <c:pt idx="3650">
                  <c:v>46286</c:v>
                </c:pt>
              </c:numCache>
            </c:numRef>
          </c:cat>
          <c:val>
            <c:numRef>
              <c:f>Perf!$U$7:$U$3657</c:f>
              <c:numCache>
                <c:formatCode>General</c:formatCode>
                <c:ptCount val="3651"/>
                <c:pt idx="0" formatCode="0.00">
                  <c:v>100</c:v>
                </c:pt>
                <c:pt idx="1">
                  <c:v>100</c:v>
                </c:pt>
                <c:pt idx="2">
                  <c:v>100</c:v>
                </c:pt>
                <c:pt idx="3">
                  <c:v>99.273679044658934</c:v>
                </c:pt>
                <c:pt idx="4">
                  <c:v>98.949779159168997</c:v>
                </c:pt>
                <c:pt idx="5">
                  <c:v>99.826599051202365</c:v>
                </c:pt>
                <c:pt idx="6">
                  <c:v>100.12105349255684</c:v>
                </c:pt>
                <c:pt idx="7">
                  <c:v>100.84737444789793</c:v>
                </c:pt>
                <c:pt idx="8">
                  <c:v>100.84737444789793</c:v>
                </c:pt>
                <c:pt idx="9">
                  <c:v>100.84737444789793</c:v>
                </c:pt>
                <c:pt idx="10">
                  <c:v>100.47439882218225</c:v>
                </c:pt>
                <c:pt idx="11">
                  <c:v>103.59888761655489</c:v>
                </c:pt>
                <c:pt idx="12">
                  <c:v>104.57385898903975</c:v>
                </c:pt>
                <c:pt idx="13">
                  <c:v>103.6250613446753</c:v>
                </c:pt>
                <c:pt idx="14">
                  <c:v>102.3981678390316</c:v>
                </c:pt>
                <c:pt idx="15">
                  <c:v>102.3981678390316</c:v>
                </c:pt>
                <c:pt idx="16">
                  <c:v>102.3981678390316</c:v>
                </c:pt>
                <c:pt idx="17">
                  <c:v>103.66432193685588</c:v>
                </c:pt>
                <c:pt idx="18">
                  <c:v>102.17569115000819</c:v>
                </c:pt>
                <c:pt idx="19">
                  <c:v>101.96630132504501</c:v>
                </c:pt>
                <c:pt idx="20">
                  <c:v>100.13086864060202</c:v>
                </c:pt>
                <c:pt idx="21">
                  <c:v>101.59986913135941</c:v>
                </c:pt>
                <c:pt idx="22">
                  <c:v>101.59986913135941</c:v>
                </c:pt>
                <c:pt idx="23">
                  <c:v>101.59986913135941</c:v>
                </c:pt>
                <c:pt idx="24">
                  <c:v>101.21380664158353</c:v>
                </c:pt>
                <c:pt idx="25">
                  <c:v>103.36332406347131</c:v>
                </c:pt>
                <c:pt idx="26">
                  <c:v>104.68509733355147</c:v>
                </c:pt>
                <c:pt idx="27">
                  <c:v>105.9348928513005</c:v>
                </c:pt>
                <c:pt idx="28">
                  <c:v>106.24897758874529</c:v>
                </c:pt>
                <c:pt idx="29">
                  <c:v>106.24897758874529</c:v>
                </c:pt>
                <c:pt idx="30">
                  <c:v>106.24897758874529</c:v>
                </c:pt>
                <c:pt idx="31">
                  <c:v>107.79977097987896</c:v>
                </c:pt>
                <c:pt idx="32">
                  <c:v>105.61099296581058</c:v>
                </c:pt>
                <c:pt idx="33">
                  <c:v>106.45836741370849</c:v>
                </c:pt>
                <c:pt idx="34">
                  <c:v>107.36463274987733</c:v>
                </c:pt>
                <c:pt idx="35">
                  <c:v>107.08980860461313</c:v>
                </c:pt>
                <c:pt idx="36">
                  <c:v>107.08980860461313</c:v>
                </c:pt>
                <c:pt idx="37">
                  <c:v>107.08980860461313</c:v>
                </c:pt>
                <c:pt idx="38">
                  <c:v>105.07770325535746</c:v>
                </c:pt>
                <c:pt idx="39">
                  <c:v>103.83772288565353</c:v>
                </c:pt>
                <c:pt idx="40">
                  <c:v>101.01750368068052</c:v>
                </c:pt>
                <c:pt idx="41">
                  <c:v>100.47112710616719</c:v>
                </c:pt>
                <c:pt idx="42">
                  <c:v>99.784066743006719</c:v>
                </c:pt>
                <c:pt idx="43">
                  <c:v>99.784066743006719</c:v>
                </c:pt>
                <c:pt idx="44">
                  <c:v>99.784066743006719</c:v>
                </c:pt>
                <c:pt idx="45">
                  <c:v>102.84639293309343</c:v>
                </c:pt>
                <c:pt idx="46">
                  <c:v>102.98053328971046</c:v>
                </c:pt>
                <c:pt idx="47">
                  <c:v>104.95337804678555</c:v>
                </c:pt>
                <c:pt idx="48">
                  <c:v>106.08212007197777</c:v>
                </c:pt>
                <c:pt idx="49">
                  <c:v>105.09079011941765</c:v>
                </c:pt>
                <c:pt idx="50">
                  <c:v>105.09079011941765</c:v>
                </c:pt>
                <c:pt idx="51">
                  <c:v>105.09079011941765</c:v>
                </c:pt>
                <c:pt idx="52">
                  <c:v>107.10289546867332</c:v>
                </c:pt>
                <c:pt idx="53">
                  <c:v>107.20104694912482</c:v>
                </c:pt>
                <c:pt idx="54">
                  <c:v>105.96106657942093</c:v>
                </c:pt>
                <c:pt idx="55">
                  <c:v>105.21184361197449</c:v>
                </c:pt>
                <c:pt idx="56">
                  <c:v>104.8912154424996</c:v>
                </c:pt>
                <c:pt idx="57">
                  <c:v>104.8912154424996</c:v>
                </c:pt>
                <c:pt idx="58">
                  <c:v>104.8912154424996</c:v>
                </c:pt>
                <c:pt idx="59">
                  <c:v>104.58694585309996</c:v>
                </c:pt>
                <c:pt idx="60">
                  <c:v>105.92180598724032</c:v>
                </c:pt>
                <c:pt idx="61">
                  <c:v>105.40160314084739</c:v>
                </c:pt>
                <c:pt idx="62">
                  <c:v>105.51938491738917</c:v>
                </c:pt>
                <c:pt idx="63">
                  <c:v>104.8715851464093</c:v>
                </c:pt>
                <c:pt idx="64">
                  <c:v>104.8715851464093</c:v>
                </c:pt>
                <c:pt idx="65">
                  <c:v>104.8715851464093</c:v>
                </c:pt>
                <c:pt idx="66">
                  <c:v>103.1735645345984</c:v>
                </c:pt>
                <c:pt idx="67">
                  <c:v>103.73629968918698</c:v>
                </c:pt>
                <c:pt idx="68">
                  <c:v>105.56518894159987</c:v>
                </c:pt>
                <c:pt idx="69">
                  <c:v>105.44086373302797</c:v>
                </c:pt>
                <c:pt idx="70">
                  <c:v>104.73744478979225</c:v>
                </c:pt>
                <c:pt idx="71">
                  <c:v>104.73744478979225</c:v>
                </c:pt>
                <c:pt idx="72">
                  <c:v>104.73744478979225</c:v>
                </c:pt>
                <c:pt idx="73">
                  <c:v>105.0155406510715</c:v>
                </c:pt>
                <c:pt idx="74">
                  <c:v>107.7310649435629</c:v>
                </c:pt>
                <c:pt idx="75">
                  <c:v>110.04089645018813</c:v>
                </c:pt>
                <c:pt idx="76">
                  <c:v>111.98429576312776</c:v>
                </c:pt>
                <c:pt idx="77">
                  <c:v>110.56109929658106</c:v>
                </c:pt>
                <c:pt idx="78">
                  <c:v>110.56109929658106</c:v>
                </c:pt>
                <c:pt idx="79">
                  <c:v>110.56109929658106</c:v>
                </c:pt>
                <c:pt idx="80">
                  <c:v>110.29609029936202</c:v>
                </c:pt>
                <c:pt idx="81">
                  <c:v>111.89595943072142</c:v>
                </c:pt>
                <c:pt idx="82">
                  <c:v>110.27646000327171</c:v>
                </c:pt>
                <c:pt idx="83">
                  <c:v>112.16751185997056</c:v>
                </c:pt>
                <c:pt idx="84">
                  <c:v>112.97889743170293</c:v>
                </c:pt>
                <c:pt idx="85">
                  <c:v>112.97889743170293</c:v>
                </c:pt>
                <c:pt idx="86">
                  <c:v>112.97889743170293</c:v>
                </c:pt>
                <c:pt idx="87">
                  <c:v>111.91886144282677</c:v>
                </c:pt>
                <c:pt idx="88">
                  <c:v>113.27662358907249</c:v>
                </c:pt>
                <c:pt idx="89">
                  <c:v>112.22967446425652</c:v>
                </c:pt>
                <c:pt idx="90">
                  <c:v>111.54588581711108</c:v>
                </c:pt>
                <c:pt idx="91">
                  <c:v>112.1053492556846</c:v>
                </c:pt>
                <c:pt idx="92">
                  <c:v>112.1053492556846</c:v>
                </c:pt>
                <c:pt idx="93">
                  <c:v>112.1053492556846</c:v>
                </c:pt>
                <c:pt idx="94">
                  <c:v>112.1053492556846</c:v>
                </c:pt>
                <c:pt idx="95">
                  <c:v>112.21985931621137</c:v>
                </c:pt>
                <c:pt idx="96">
                  <c:v>111.98102404711273</c:v>
                </c:pt>
                <c:pt idx="97">
                  <c:v>110.9242597742516</c:v>
                </c:pt>
                <c:pt idx="98">
                  <c:v>111.09766072304924</c:v>
                </c:pt>
                <c:pt idx="99">
                  <c:v>111.09766072304924</c:v>
                </c:pt>
                <c:pt idx="100">
                  <c:v>111.09766072304924</c:v>
                </c:pt>
                <c:pt idx="101">
                  <c:v>112.01046949124817</c:v>
                </c:pt>
                <c:pt idx="102">
                  <c:v>114.47734336659579</c:v>
                </c:pt>
                <c:pt idx="103">
                  <c:v>114.66055946343859</c:v>
                </c:pt>
                <c:pt idx="104">
                  <c:v>114.85031899231149</c:v>
                </c:pt>
                <c:pt idx="105">
                  <c:v>114.56567969900213</c:v>
                </c:pt>
                <c:pt idx="106">
                  <c:v>114.56567969900213</c:v>
                </c:pt>
                <c:pt idx="107">
                  <c:v>114.56567969900213</c:v>
                </c:pt>
                <c:pt idx="108">
                  <c:v>114.93865532471783</c:v>
                </c:pt>
                <c:pt idx="109">
                  <c:v>114.93865532471783</c:v>
                </c:pt>
                <c:pt idx="110">
                  <c:v>114.70963520366433</c:v>
                </c:pt>
                <c:pt idx="111">
                  <c:v>112.65172583019793</c:v>
                </c:pt>
                <c:pt idx="112">
                  <c:v>114.37264845411418</c:v>
                </c:pt>
                <c:pt idx="113">
                  <c:v>114.37264845411418</c:v>
                </c:pt>
                <c:pt idx="114">
                  <c:v>114.37264845411418</c:v>
                </c:pt>
                <c:pt idx="115">
                  <c:v>113.76083755929986</c:v>
                </c:pt>
                <c:pt idx="116">
                  <c:v>113.79682643546541</c:v>
                </c:pt>
                <c:pt idx="117">
                  <c:v>114.01603140847376</c:v>
                </c:pt>
                <c:pt idx="118">
                  <c:v>114.13381318501557</c:v>
                </c:pt>
                <c:pt idx="119">
                  <c:v>114.35301815802387</c:v>
                </c:pt>
                <c:pt idx="120">
                  <c:v>114.35301815802387</c:v>
                </c:pt>
                <c:pt idx="121">
                  <c:v>114.35301815802387</c:v>
                </c:pt>
                <c:pt idx="122">
                  <c:v>113.17192867659089</c:v>
                </c:pt>
                <c:pt idx="123">
                  <c:v>114.1763454932112</c:v>
                </c:pt>
                <c:pt idx="124">
                  <c:v>116.38802551938493</c:v>
                </c:pt>
                <c:pt idx="125">
                  <c:v>116.60395877637822</c:v>
                </c:pt>
                <c:pt idx="126">
                  <c:v>116.12955995419598</c:v>
                </c:pt>
                <c:pt idx="127">
                  <c:v>116.12955995419598</c:v>
                </c:pt>
                <c:pt idx="128">
                  <c:v>116.12955995419598</c:v>
                </c:pt>
                <c:pt idx="129">
                  <c:v>113.36823163749388</c:v>
                </c:pt>
                <c:pt idx="130">
                  <c:v>112.47832488140031</c:v>
                </c:pt>
                <c:pt idx="131">
                  <c:v>114.14035661704564</c:v>
                </c:pt>
                <c:pt idx="132">
                  <c:v>114.12072632095536</c:v>
                </c:pt>
                <c:pt idx="133">
                  <c:v>114.69654833960412</c:v>
                </c:pt>
                <c:pt idx="134">
                  <c:v>114.69654833960412</c:v>
                </c:pt>
                <c:pt idx="135">
                  <c:v>114.69654833960412</c:v>
                </c:pt>
                <c:pt idx="136">
                  <c:v>113.55799116636676</c:v>
                </c:pt>
                <c:pt idx="137">
                  <c:v>113.7183052511042</c:v>
                </c:pt>
                <c:pt idx="138">
                  <c:v>113.23736299689189</c:v>
                </c:pt>
                <c:pt idx="139">
                  <c:v>113.79682643546541</c:v>
                </c:pt>
                <c:pt idx="140">
                  <c:v>113.68558809095373</c:v>
                </c:pt>
                <c:pt idx="141">
                  <c:v>113.68558809095373</c:v>
                </c:pt>
                <c:pt idx="142">
                  <c:v>113.68558809095373</c:v>
                </c:pt>
                <c:pt idx="143">
                  <c:v>115.01390479306397</c:v>
                </c:pt>
                <c:pt idx="144">
                  <c:v>115.39669556682479</c:v>
                </c:pt>
                <c:pt idx="145">
                  <c:v>116.0772124979552</c:v>
                </c:pt>
                <c:pt idx="146">
                  <c:v>115.4883036152462</c:v>
                </c:pt>
                <c:pt idx="147">
                  <c:v>114.58858171110748</c:v>
                </c:pt>
                <c:pt idx="148">
                  <c:v>114.58858171110748</c:v>
                </c:pt>
                <c:pt idx="149">
                  <c:v>114.58858171110748</c:v>
                </c:pt>
                <c:pt idx="150">
                  <c:v>114.48388679862589</c:v>
                </c:pt>
                <c:pt idx="151">
                  <c:v>115.18076230983152</c:v>
                </c:pt>
                <c:pt idx="152">
                  <c:v>114.2352363814821</c:v>
                </c:pt>
                <c:pt idx="153">
                  <c:v>114.03566170456405</c:v>
                </c:pt>
                <c:pt idx="154">
                  <c:v>112.66481269425815</c:v>
                </c:pt>
                <c:pt idx="155">
                  <c:v>112.66481269425815</c:v>
                </c:pt>
                <c:pt idx="156">
                  <c:v>112.66481269425815</c:v>
                </c:pt>
                <c:pt idx="157">
                  <c:v>112.8316702110257</c:v>
                </c:pt>
                <c:pt idx="158">
                  <c:v>113.00507115982332</c:v>
                </c:pt>
                <c:pt idx="159">
                  <c:v>115.90708326517259</c:v>
                </c:pt>
                <c:pt idx="160">
                  <c:v>115.54392278750205</c:v>
                </c:pt>
                <c:pt idx="161">
                  <c:v>115.64534598396861</c:v>
                </c:pt>
                <c:pt idx="162">
                  <c:v>115.64534598396861</c:v>
                </c:pt>
                <c:pt idx="163">
                  <c:v>115.64534598396861</c:v>
                </c:pt>
                <c:pt idx="164">
                  <c:v>114.31048584982824</c:v>
                </c:pt>
                <c:pt idx="165">
                  <c:v>113.95714052020284</c:v>
                </c:pt>
                <c:pt idx="166">
                  <c:v>113.58416489448717</c:v>
                </c:pt>
                <c:pt idx="167">
                  <c:v>113.12612465238017</c:v>
                </c:pt>
                <c:pt idx="168">
                  <c:v>114.0258465565189</c:v>
                </c:pt>
                <c:pt idx="169">
                  <c:v>114.0258465565189</c:v>
                </c:pt>
                <c:pt idx="170">
                  <c:v>114.0258465565189</c:v>
                </c:pt>
                <c:pt idx="171">
                  <c:v>114.12399803697039</c:v>
                </c:pt>
                <c:pt idx="172">
                  <c:v>113.22427613283168</c:v>
                </c:pt>
                <c:pt idx="173">
                  <c:v>114.01603140847376</c:v>
                </c:pt>
                <c:pt idx="174">
                  <c:v>114.3857353181744</c:v>
                </c:pt>
                <c:pt idx="175">
                  <c:v>114.72926549975465</c:v>
                </c:pt>
                <c:pt idx="176">
                  <c:v>114.72926549975465</c:v>
                </c:pt>
                <c:pt idx="177">
                  <c:v>114.72926549975465</c:v>
                </c:pt>
                <c:pt idx="178">
                  <c:v>114.359561590054</c:v>
                </c:pt>
                <c:pt idx="179">
                  <c:v>113.22427613283168</c:v>
                </c:pt>
                <c:pt idx="180">
                  <c:v>113.19810240471129</c:v>
                </c:pt>
                <c:pt idx="181">
                  <c:v>113.68231637493867</c:v>
                </c:pt>
                <c:pt idx="182">
                  <c:v>113.58743661050221</c:v>
                </c:pt>
                <c:pt idx="183">
                  <c:v>113.58743661050221</c:v>
                </c:pt>
                <c:pt idx="184">
                  <c:v>113.58743661050221</c:v>
                </c:pt>
                <c:pt idx="185">
                  <c:v>112.44887943726485</c:v>
                </c:pt>
                <c:pt idx="186">
                  <c:v>113.96695566824799</c:v>
                </c:pt>
                <c:pt idx="187">
                  <c:v>114.71945035170947</c:v>
                </c:pt>
                <c:pt idx="188">
                  <c:v>115.12514313757566</c:v>
                </c:pt>
                <c:pt idx="189">
                  <c:v>115.61590053983315</c:v>
                </c:pt>
                <c:pt idx="190">
                  <c:v>115.61590053983315</c:v>
                </c:pt>
                <c:pt idx="191">
                  <c:v>115.61590053983315</c:v>
                </c:pt>
                <c:pt idx="192">
                  <c:v>115.01390479306397</c:v>
                </c:pt>
                <c:pt idx="193">
                  <c:v>115.11205627351546</c:v>
                </c:pt>
                <c:pt idx="194">
                  <c:v>114.59839685915263</c:v>
                </c:pt>
                <c:pt idx="195">
                  <c:v>115.11859970554556</c:v>
                </c:pt>
                <c:pt idx="196">
                  <c:v>115.41959757893014</c:v>
                </c:pt>
                <c:pt idx="197">
                  <c:v>115.41959757893014</c:v>
                </c:pt>
                <c:pt idx="198">
                  <c:v>115.41959757893014</c:v>
                </c:pt>
                <c:pt idx="199">
                  <c:v>115.02371994110912</c:v>
                </c:pt>
                <c:pt idx="200">
                  <c:v>114.36937673809915</c:v>
                </c:pt>
                <c:pt idx="201">
                  <c:v>114.08146572877476</c:v>
                </c:pt>
                <c:pt idx="202">
                  <c:v>113.03451660395878</c:v>
                </c:pt>
                <c:pt idx="203">
                  <c:v>113.03451660395878</c:v>
                </c:pt>
                <c:pt idx="204">
                  <c:v>113.03451660395878</c:v>
                </c:pt>
                <c:pt idx="205">
                  <c:v>113.03451660395878</c:v>
                </c:pt>
                <c:pt idx="206">
                  <c:v>113.03451660395878</c:v>
                </c:pt>
                <c:pt idx="207">
                  <c:v>110.71814166530348</c:v>
                </c:pt>
                <c:pt idx="208">
                  <c:v>111.2579748077867</c:v>
                </c:pt>
                <c:pt idx="209">
                  <c:v>111.35939800425325</c:v>
                </c:pt>
                <c:pt idx="210">
                  <c:v>111.46409291673483</c:v>
                </c:pt>
                <c:pt idx="211">
                  <c:v>111.46409291673483</c:v>
                </c:pt>
                <c:pt idx="212">
                  <c:v>111.46409291673483</c:v>
                </c:pt>
                <c:pt idx="213">
                  <c:v>114.33993129396369</c:v>
                </c:pt>
                <c:pt idx="214">
                  <c:v>115.07933911336497</c:v>
                </c:pt>
                <c:pt idx="215">
                  <c:v>113.95714052020284</c:v>
                </c:pt>
                <c:pt idx="216">
                  <c:v>112.86438737117619</c:v>
                </c:pt>
                <c:pt idx="217">
                  <c:v>113.40094879764438</c:v>
                </c:pt>
                <c:pt idx="218">
                  <c:v>113.40094879764438</c:v>
                </c:pt>
                <c:pt idx="219">
                  <c:v>113.40094879764438</c:v>
                </c:pt>
                <c:pt idx="220">
                  <c:v>113.40094879764438</c:v>
                </c:pt>
                <c:pt idx="221">
                  <c:v>113.44348110584002</c:v>
                </c:pt>
                <c:pt idx="222">
                  <c:v>113.75429412726976</c:v>
                </c:pt>
                <c:pt idx="223">
                  <c:v>114.08146572877476</c:v>
                </c:pt>
                <c:pt idx="224">
                  <c:v>115.87763782103715</c:v>
                </c:pt>
                <c:pt idx="225">
                  <c:v>115.87763782103715</c:v>
                </c:pt>
                <c:pt idx="226">
                  <c:v>115.87763782103715</c:v>
                </c:pt>
                <c:pt idx="227">
                  <c:v>115.39342385080975</c:v>
                </c:pt>
                <c:pt idx="228">
                  <c:v>115.10878455750043</c:v>
                </c:pt>
                <c:pt idx="229">
                  <c:v>115.16440372975627</c:v>
                </c:pt>
                <c:pt idx="230">
                  <c:v>114.52314739080649</c:v>
                </c:pt>
                <c:pt idx="231">
                  <c:v>114.40863733027975</c:v>
                </c:pt>
                <c:pt idx="232">
                  <c:v>114.40863733027975</c:v>
                </c:pt>
                <c:pt idx="233">
                  <c:v>114.40863733027975</c:v>
                </c:pt>
                <c:pt idx="234">
                  <c:v>115.09896940945528</c:v>
                </c:pt>
                <c:pt idx="235">
                  <c:v>114.686733191559</c:v>
                </c:pt>
                <c:pt idx="236">
                  <c:v>112.36054310485851</c:v>
                </c:pt>
                <c:pt idx="237">
                  <c:v>111.93522002290202</c:v>
                </c:pt>
                <c:pt idx="238">
                  <c:v>113.16211352854573</c:v>
                </c:pt>
                <c:pt idx="239">
                  <c:v>113.16211352854573</c:v>
                </c:pt>
                <c:pt idx="240">
                  <c:v>113.16211352854573</c:v>
                </c:pt>
                <c:pt idx="241">
                  <c:v>112.92327825944707</c:v>
                </c:pt>
                <c:pt idx="242">
                  <c:v>113.6790446589236</c:v>
                </c:pt>
                <c:pt idx="243">
                  <c:v>114.27449697366268</c:v>
                </c:pt>
                <c:pt idx="244">
                  <c:v>113.43693767380994</c:v>
                </c:pt>
                <c:pt idx="245">
                  <c:v>113.06723376410928</c:v>
                </c:pt>
                <c:pt idx="246">
                  <c:v>113.06723376410928</c:v>
                </c:pt>
                <c:pt idx="247">
                  <c:v>113.06723376410928</c:v>
                </c:pt>
                <c:pt idx="248">
                  <c:v>112.16751185997056</c:v>
                </c:pt>
                <c:pt idx="249">
                  <c:v>111.2448879437265</c:v>
                </c:pt>
                <c:pt idx="250">
                  <c:v>110.06052674627841</c:v>
                </c:pt>
                <c:pt idx="251">
                  <c:v>110.47276296417472</c:v>
                </c:pt>
                <c:pt idx="252">
                  <c:v>110.21756911500083</c:v>
                </c:pt>
                <c:pt idx="253">
                  <c:v>110.21756911500083</c:v>
                </c:pt>
                <c:pt idx="254">
                  <c:v>110.21756911500083</c:v>
                </c:pt>
                <c:pt idx="255">
                  <c:v>109.68100768853265</c:v>
                </c:pt>
                <c:pt idx="256">
                  <c:v>109.33093407492231</c:v>
                </c:pt>
                <c:pt idx="257">
                  <c:v>109.71045313266809</c:v>
                </c:pt>
                <c:pt idx="258">
                  <c:v>110.31244887943727</c:v>
                </c:pt>
                <c:pt idx="259">
                  <c:v>110.69196793718305</c:v>
                </c:pt>
                <c:pt idx="260">
                  <c:v>110.69196793718305</c:v>
                </c:pt>
                <c:pt idx="261">
                  <c:v>110.69196793718305</c:v>
                </c:pt>
                <c:pt idx="262">
                  <c:v>109.32766235890728</c:v>
                </c:pt>
                <c:pt idx="263">
                  <c:v>110.08670047439884</c:v>
                </c:pt>
                <c:pt idx="264">
                  <c:v>108.11385571732374</c:v>
                </c:pt>
                <c:pt idx="265">
                  <c:v>107.48895795844922</c:v>
                </c:pt>
                <c:pt idx="266">
                  <c:v>107.01783085228205</c:v>
                </c:pt>
                <c:pt idx="267">
                  <c:v>107.01783085228205</c:v>
                </c:pt>
                <c:pt idx="268">
                  <c:v>107.01783085228205</c:v>
                </c:pt>
                <c:pt idx="269">
                  <c:v>107.71470636348765</c:v>
                </c:pt>
                <c:pt idx="270">
                  <c:v>106.10829380009817</c:v>
                </c:pt>
                <c:pt idx="271">
                  <c:v>106.46163912972355</c:v>
                </c:pt>
                <c:pt idx="272">
                  <c:v>106.75282185506299</c:v>
                </c:pt>
                <c:pt idx="273">
                  <c:v>106.70374611483724</c:v>
                </c:pt>
                <c:pt idx="274">
                  <c:v>106.70374611483724</c:v>
                </c:pt>
                <c:pt idx="275">
                  <c:v>106.70374611483724</c:v>
                </c:pt>
                <c:pt idx="276">
                  <c:v>107.12579748077869</c:v>
                </c:pt>
                <c:pt idx="277">
                  <c:v>106.5892360543105</c:v>
                </c:pt>
                <c:pt idx="278">
                  <c:v>107.00801570423688</c:v>
                </c:pt>
                <c:pt idx="279">
                  <c:v>105.92507770325537</c:v>
                </c:pt>
                <c:pt idx="280">
                  <c:v>105.28382136430558</c:v>
                </c:pt>
                <c:pt idx="281">
                  <c:v>105.28382136430558</c:v>
                </c:pt>
                <c:pt idx="282">
                  <c:v>105.28382136430558</c:v>
                </c:pt>
                <c:pt idx="283">
                  <c:v>106.9556682479961</c:v>
                </c:pt>
                <c:pt idx="284">
                  <c:v>107.3973499100278</c:v>
                </c:pt>
                <c:pt idx="285">
                  <c:v>107.05709144446263</c:v>
                </c:pt>
                <c:pt idx="286">
                  <c:v>106.621953214461</c:v>
                </c:pt>
                <c:pt idx="287">
                  <c:v>106.53361688205464</c:v>
                </c:pt>
                <c:pt idx="288">
                  <c:v>106.53361688205464</c:v>
                </c:pt>
                <c:pt idx="289">
                  <c:v>106.53361688205464</c:v>
                </c:pt>
                <c:pt idx="290">
                  <c:v>107.34173073777195</c:v>
                </c:pt>
                <c:pt idx="291">
                  <c:v>107.23376410927531</c:v>
                </c:pt>
                <c:pt idx="292">
                  <c:v>108.76492720431867</c:v>
                </c:pt>
                <c:pt idx="293">
                  <c:v>109.05610992965811</c:v>
                </c:pt>
                <c:pt idx="294">
                  <c:v>109.43890070341895</c:v>
                </c:pt>
                <c:pt idx="295">
                  <c:v>109.43890070341895</c:v>
                </c:pt>
                <c:pt idx="296">
                  <c:v>109.43890070341895</c:v>
                </c:pt>
                <c:pt idx="297">
                  <c:v>108.96450188123671</c:v>
                </c:pt>
                <c:pt idx="298">
                  <c:v>107.52167511859972</c:v>
                </c:pt>
                <c:pt idx="299">
                  <c:v>108.55880909537052</c:v>
                </c:pt>
                <c:pt idx="300">
                  <c:v>108.62097169965648</c:v>
                </c:pt>
                <c:pt idx="301">
                  <c:v>107.22067724521513</c:v>
                </c:pt>
                <c:pt idx="302">
                  <c:v>107.22067724521513</c:v>
                </c:pt>
                <c:pt idx="303">
                  <c:v>107.22067724521513</c:v>
                </c:pt>
                <c:pt idx="304">
                  <c:v>107.57402257484053</c:v>
                </c:pt>
                <c:pt idx="305">
                  <c:v>107.75396695566826</c:v>
                </c:pt>
                <c:pt idx="306">
                  <c:v>108.5751676754458</c:v>
                </c:pt>
                <c:pt idx="307">
                  <c:v>108.70603631604779</c:v>
                </c:pt>
                <c:pt idx="308">
                  <c:v>107.78341239980371</c:v>
                </c:pt>
                <c:pt idx="309">
                  <c:v>107.78341239980371</c:v>
                </c:pt>
                <c:pt idx="310">
                  <c:v>107.78341239980371</c:v>
                </c:pt>
                <c:pt idx="311">
                  <c:v>107.15851464092916</c:v>
                </c:pt>
                <c:pt idx="312">
                  <c:v>107.28611156551612</c:v>
                </c:pt>
                <c:pt idx="313">
                  <c:v>106.54343203009979</c:v>
                </c:pt>
                <c:pt idx="314">
                  <c:v>106.70374611483724</c:v>
                </c:pt>
                <c:pt idx="315">
                  <c:v>107.8423032880746</c:v>
                </c:pt>
                <c:pt idx="316">
                  <c:v>107.8423032880746</c:v>
                </c:pt>
                <c:pt idx="317">
                  <c:v>107.8423032880746</c:v>
                </c:pt>
                <c:pt idx="318">
                  <c:v>108.12367086536889</c:v>
                </c:pt>
                <c:pt idx="319">
                  <c:v>108.1825617536398</c:v>
                </c:pt>
                <c:pt idx="320">
                  <c:v>107.12906919679372</c:v>
                </c:pt>
                <c:pt idx="321">
                  <c:v>105.82365450678881</c:v>
                </c:pt>
                <c:pt idx="322">
                  <c:v>104.71781449370195</c:v>
                </c:pt>
                <c:pt idx="323">
                  <c:v>104.71781449370195</c:v>
                </c:pt>
                <c:pt idx="324">
                  <c:v>104.71781449370195</c:v>
                </c:pt>
                <c:pt idx="325">
                  <c:v>105.25437592017013</c:v>
                </c:pt>
                <c:pt idx="326">
                  <c:v>105.54883036152462</c:v>
                </c:pt>
                <c:pt idx="327">
                  <c:v>106.17372812039916</c:v>
                </c:pt>
                <c:pt idx="328">
                  <c:v>104.59348928513006</c:v>
                </c:pt>
                <c:pt idx="329">
                  <c:v>104.42008833633243</c:v>
                </c:pt>
                <c:pt idx="330">
                  <c:v>104.42008833633243</c:v>
                </c:pt>
                <c:pt idx="331">
                  <c:v>104.42008833633243</c:v>
                </c:pt>
                <c:pt idx="332">
                  <c:v>103.55962702437429</c:v>
                </c:pt>
                <c:pt idx="333">
                  <c:v>104.08964501881238</c:v>
                </c:pt>
                <c:pt idx="334">
                  <c:v>103.40585637166694</c:v>
                </c:pt>
                <c:pt idx="335">
                  <c:v>103.65777850482579</c:v>
                </c:pt>
                <c:pt idx="336">
                  <c:v>103.77883199738262</c:v>
                </c:pt>
                <c:pt idx="337">
                  <c:v>103.77883199738262</c:v>
                </c:pt>
                <c:pt idx="338">
                  <c:v>103.77883199738262</c:v>
                </c:pt>
                <c:pt idx="339">
                  <c:v>103.44838867986259</c:v>
                </c:pt>
                <c:pt idx="340">
                  <c:v>101.83870440045804</c:v>
                </c:pt>
                <c:pt idx="341">
                  <c:v>102.42434156715198</c:v>
                </c:pt>
                <c:pt idx="342">
                  <c:v>103.47129069196794</c:v>
                </c:pt>
                <c:pt idx="343">
                  <c:v>104.52805496482907</c:v>
                </c:pt>
                <c:pt idx="344">
                  <c:v>104.52805496482907</c:v>
                </c:pt>
                <c:pt idx="345">
                  <c:v>104.52805496482907</c:v>
                </c:pt>
                <c:pt idx="346">
                  <c:v>103.92278750204483</c:v>
                </c:pt>
                <c:pt idx="347">
                  <c:v>103.5007361361034</c:v>
                </c:pt>
                <c:pt idx="348">
                  <c:v>103.75265826926223</c:v>
                </c:pt>
                <c:pt idx="349">
                  <c:v>103.94896123016524</c:v>
                </c:pt>
                <c:pt idx="350">
                  <c:v>103.47129069196794</c:v>
                </c:pt>
                <c:pt idx="351">
                  <c:v>103.47129069196794</c:v>
                </c:pt>
                <c:pt idx="352">
                  <c:v>103.47129069196794</c:v>
                </c:pt>
                <c:pt idx="353">
                  <c:v>104.82250940618354</c:v>
                </c:pt>
                <c:pt idx="354">
                  <c:v>106.02322918370686</c:v>
                </c:pt>
                <c:pt idx="355">
                  <c:v>106.09520693603795</c:v>
                </c:pt>
                <c:pt idx="356">
                  <c:v>105.26091935220023</c:v>
                </c:pt>
                <c:pt idx="357">
                  <c:v>104.72762964174711</c:v>
                </c:pt>
                <c:pt idx="358">
                  <c:v>104.72762964174711</c:v>
                </c:pt>
                <c:pt idx="359">
                  <c:v>104.72762964174711</c:v>
                </c:pt>
                <c:pt idx="360">
                  <c:v>104.42008833633243</c:v>
                </c:pt>
                <c:pt idx="361">
                  <c:v>104.38737117618192</c:v>
                </c:pt>
                <c:pt idx="362">
                  <c:v>104.40700147227221</c:v>
                </c:pt>
                <c:pt idx="363">
                  <c:v>104.98609520693604</c:v>
                </c:pt>
                <c:pt idx="364">
                  <c:v>105.77457876656307</c:v>
                </c:pt>
                <c:pt idx="365">
                  <c:v>105.77457876656307</c:v>
                </c:pt>
                <c:pt idx="366">
                  <c:v>105.77457876656307</c:v>
                </c:pt>
                <c:pt idx="367">
                  <c:v>106.06903320791756</c:v>
                </c:pt>
                <c:pt idx="368">
                  <c:v>106.61213806641585</c:v>
                </c:pt>
                <c:pt idx="369">
                  <c:v>107.9077376083756</c:v>
                </c:pt>
                <c:pt idx="370">
                  <c:v>108.55553737935548</c:v>
                </c:pt>
                <c:pt idx="371">
                  <c:v>109.01684933747751</c:v>
                </c:pt>
                <c:pt idx="372">
                  <c:v>109.01684933747751</c:v>
                </c:pt>
                <c:pt idx="373">
                  <c:v>109.01684933747751</c:v>
                </c:pt>
                <c:pt idx="374">
                  <c:v>109.70718141665303</c:v>
                </c:pt>
                <c:pt idx="375">
                  <c:v>109.18697857026012</c:v>
                </c:pt>
                <c:pt idx="376">
                  <c:v>108.74529690822837</c:v>
                </c:pt>
                <c:pt idx="377">
                  <c:v>109.36037951905774</c:v>
                </c:pt>
                <c:pt idx="378">
                  <c:v>109.30148863078686</c:v>
                </c:pt>
                <c:pt idx="379">
                  <c:v>109.30148863078686</c:v>
                </c:pt>
                <c:pt idx="380">
                  <c:v>109.30148863078686</c:v>
                </c:pt>
                <c:pt idx="381">
                  <c:v>109.31457549484706</c:v>
                </c:pt>
                <c:pt idx="382">
                  <c:v>108.34614755439229</c:v>
                </c:pt>
                <c:pt idx="383">
                  <c:v>108.47374447897924</c:v>
                </c:pt>
                <c:pt idx="384">
                  <c:v>107.61982659905121</c:v>
                </c:pt>
                <c:pt idx="385">
                  <c:v>107.98625879273681</c:v>
                </c:pt>
                <c:pt idx="386">
                  <c:v>107.98625879273681</c:v>
                </c:pt>
                <c:pt idx="387">
                  <c:v>107.98625879273681</c:v>
                </c:pt>
                <c:pt idx="388">
                  <c:v>107.73433665957796</c:v>
                </c:pt>
                <c:pt idx="389">
                  <c:v>107.25012268935058</c:v>
                </c:pt>
                <c:pt idx="390">
                  <c:v>108.60134140356618</c:v>
                </c:pt>
                <c:pt idx="391">
                  <c:v>108.90561099296583</c:v>
                </c:pt>
                <c:pt idx="392">
                  <c:v>110.00163585800755</c:v>
                </c:pt>
                <c:pt idx="393">
                  <c:v>110.00163585800755</c:v>
                </c:pt>
                <c:pt idx="394">
                  <c:v>110.00163585800755</c:v>
                </c:pt>
                <c:pt idx="395">
                  <c:v>109.72681171274334</c:v>
                </c:pt>
                <c:pt idx="396">
                  <c:v>109.72353999672831</c:v>
                </c:pt>
                <c:pt idx="397">
                  <c:v>106.48781285784395</c:v>
                </c:pt>
                <c:pt idx="398">
                  <c:v>106.21298871257976</c:v>
                </c:pt>
                <c:pt idx="399">
                  <c:v>105.82692622280385</c:v>
                </c:pt>
                <c:pt idx="400">
                  <c:v>105.82692622280385</c:v>
                </c:pt>
                <c:pt idx="401">
                  <c:v>105.82692622280385</c:v>
                </c:pt>
                <c:pt idx="402">
                  <c:v>105.88581711107477</c:v>
                </c:pt>
                <c:pt idx="403">
                  <c:v>105.73858989039752</c:v>
                </c:pt>
                <c:pt idx="404">
                  <c:v>106.78881073122852</c:v>
                </c:pt>
                <c:pt idx="405">
                  <c:v>106.46818256175365</c:v>
                </c:pt>
                <c:pt idx="406">
                  <c:v>106.1769998364142</c:v>
                </c:pt>
                <c:pt idx="407">
                  <c:v>106.1769998364142</c:v>
                </c:pt>
                <c:pt idx="408">
                  <c:v>106.1769998364142</c:v>
                </c:pt>
                <c:pt idx="409">
                  <c:v>107.48241452641911</c:v>
                </c:pt>
                <c:pt idx="410">
                  <c:v>106.55324717814494</c:v>
                </c:pt>
                <c:pt idx="411">
                  <c:v>105.58481923769018</c:v>
                </c:pt>
                <c:pt idx="412">
                  <c:v>105.2576476361852</c:v>
                </c:pt>
                <c:pt idx="413">
                  <c:v>106.83461475543925</c:v>
                </c:pt>
                <c:pt idx="414">
                  <c:v>106.83461475543925</c:v>
                </c:pt>
                <c:pt idx="415">
                  <c:v>106.83461475543925</c:v>
                </c:pt>
                <c:pt idx="416">
                  <c:v>106.16391297235401</c:v>
                </c:pt>
                <c:pt idx="417">
                  <c:v>103.31424832324554</c:v>
                </c:pt>
                <c:pt idx="418">
                  <c:v>103.34042205136595</c:v>
                </c:pt>
                <c:pt idx="419">
                  <c:v>104.28267626370031</c:v>
                </c:pt>
                <c:pt idx="420">
                  <c:v>104.34483886798627</c:v>
                </c:pt>
                <c:pt idx="421">
                  <c:v>104.34483886798627</c:v>
                </c:pt>
                <c:pt idx="422">
                  <c:v>104.34483886798627</c:v>
                </c:pt>
                <c:pt idx="423">
                  <c:v>105.24456077212498</c:v>
                </c:pt>
                <c:pt idx="424">
                  <c:v>105.78766563062325</c:v>
                </c:pt>
                <c:pt idx="425">
                  <c:v>106.31441190904629</c:v>
                </c:pt>
                <c:pt idx="426">
                  <c:v>106.28169474889582</c:v>
                </c:pt>
                <c:pt idx="427">
                  <c:v>106.72010469491249</c:v>
                </c:pt>
                <c:pt idx="428">
                  <c:v>106.72010469491249</c:v>
                </c:pt>
                <c:pt idx="429">
                  <c:v>106.72010469491249</c:v>
                </c:pt>
                <c:pt idx="430">
                  <c:v>105.28054964829055</c:v>
                </c:pt>
                <c:pt idx="431">
                  <c:v>105.43104858498282</c:v>
                </c:pt>
                <c:pt idx="432">
                  <c:v>105.08424668738753</c:v>
                </c:pt>
                <c:pt idx="433">
                  <c:v>105.76803533453297</c:v>
                </c:pt>
                <c:pt idx="434">
                  <c:v>105.77785048257813</c:v>
                </c:pt>
                <c:pt idx="435">
                  <c:v>105.77785048257813</c:v>
                </c:pt>
                <c:pt idx="436">
                  <c:v>105.77785048257813</c:v>
                </c:pt>
                <c:pt idx="437">
                  <c:v>105.58154752167512</c:v>
                </c:pt>
                <c:pt idx="438">
                  <c:v>104.77670538197286</c:v>
                </c:pt>
                <c:pt idx="439">
                  <c:v>104.45607721249797</c:v>
                </c:pt>
                <c:pt idx="440">
                  <c:v>107.10616718468837</c:v>
                </c:pt>
                <c:pt idx="441">
                  <c:v>109.68427940454771</c:v>
                </c:pt>
                <c:pt idx="442">
                  <c:v>109.68427940454771</c:v>
                </c:pt>
                <c:pt idx="443">
                  <c:v>109.68427940454771</c:v>
                </c:pt>
                <c:pt idx="444">
                  <c:v>108.77801406837888</c:v>
                </c:pt>
                <c:pt idx="445">
                  <c:v>108.98740389334208</c:v>
                </c:pt>
                <c:pt idx="446">
                  <c:v>108.10076885326356</c:v>
                </c:pt>
                <c:pt idx="447">
                  <c:v>106.91640765581549</c:v>
                </c:pt>
                <c:pt idx="448">
                  <c:v>107.01455913626697</c:v>
                </c:pt>
                <c:pt idx="449">
                  <c:v>107.01455913626697</c:v>
                </c:pt>
                <c:pt idx="450">
                  <c:v>107.01455913626697</c:v>
                </c:pt>
                <c:pt idx="451">
                  <c:v>107.86520530017995</c:v>
                </c:pt>
                <c:pt idx="452">
                  <c:v>108.50646163912971</c:v>
                </c:pt>
                <c:pt idx="453">
                  <c:v>107.65254375920172</c:v>
                </c:pt>
                <c:pt idx="454">
                  <c:v>109.0953705218387</c:v>
                </c:pt>
                <c:pt idx="455">
                  <c:v>108.99394732537215</c:v>
                </c:pt>
                <c:pt idx="456">
                  <c:v>108.99394732537215</c:v>
                </c:pt>
                <c:pt idx="457">
                  <c:v>108.99394732537215</c:v>
                </c:pt>
                <c:pt idx="458">
                  <c:v>108.99394732537215</c:v>
                </c:pt>
                <c:pt idx="459">
                  <c:v>108.99394732537215</c:v>
                </c:pt>
                <c:pt idx="460">
                  <c:v>109.66137739244235</c:v>
                </c:pt>
                <c:pt idx="461">
                  <c:v>109.20988058236547</c:v>
                </c:pt>
                <c:pt idx="462">
                  <c:v>108.0189759528873</c:v>
                </c:pt>
                <c:pt idx="463">
                  <c:v>108.0189759528873</c:v>
                </c:pt>
                <c:pt idx="464">
                  <c:v>108.0189759528873</c:v>
                </c:pt>
                <c:pt idx="465">
                  <c:v>108.0189759528873</c:v>
                </c:pt>
                <c:pt idx="466">
                  <c:v>109.14444626206448</c:v>
                </c:pt>
                <c:pt idx="467">
                  <c:v>110.18158023883527</c:v>
                </c:pt>
                <c:pt idx="468">
                  <c:v>111.63422214951741</c:v>
                </c:pt>
                <c:pt idx="469">
                  <c:v>112.02355635530836</c:v>
                </c:pt>
                <c:pt idx="470">
                  <c:v>112.02355635530836</c:v>
                </c:pt>
                <c:pt idx="471">
                  <c:v>112.02355635530836</c:v>
                </c:pt>
                <c:pt idx="472">
                  <c:v>112.65172583019793</c:v>
                </c:pt>
                <c:pt idx="473">
                  <c:v>113.21118926877148</c:v>
                </c:pt>
                <c:pt idx="474">
                  <c:v>114.08473744478979</c:v>
                </c:pt>
                <c:pt idx="475">
                  <c:v>114.59512514313759</c:v>
                </c:pt>
                <c:pt idx="476">
                  <c:v>115.41959757893014</c:v>
                </c:pt>
                <c:pt idx="477">
                  <c:v>115.41959757893014</c:v>
                </c:pt>
                <c:pt idx="478">
                  <c:v>115.41959757893014</c:v>
                </c:pt>
                <c:pt idx="479">
                  <c:v>115.03680680516932</c:v>
                </c:pt>
                <c:pt idx="480">
                  <c:v>114.25159496155734</c:v>
                </c:pt>
                <c:pt idx="481">
                  <c:v>113.82954359561592</c:v>
                </c:pt>
                <c:pt idx="482">
                  <c:v>113.88189105185671</c:v>
                </c:pt>
                <c:pt idx="483">
                  <c:v>114.25813839358744</c:v>
                </c:pt>
                <c:pt idx="484">
                  <c:v>114.25813839358744</c:v>
                </c:pt>
                <c:pt idx="485">
                  <c:v>114.25813839358744</c:v>
                </c:pt>
                <c:pt idx="486">
                  <c:v>115.82856208081138</c:v>
                </c:pt>
                <c:pt idx="487">
                  <c:v>115.58972681171275</c:v>
                </c:pt>
                <c:pt idx="488">
                  <c:v>114.75871094389008</c:v>
                </c:pt>
                <c:pt idx="489">
                  <c:v>115.87109438900704</c:v>
                </c:pt>
                <c:pt idx="490">
                  <c:v>117.69998364141993</c:v>
                </c:pt>
                <c:pt idx="491">
                  <c:v>117.69998364141993</c:v>
                </c:pt>
                <c:pt idx="492">
                  <c:v>117.69998364141993</c:v>
                </c:pt>
                <c:pt idx="493">
                  <c:v>117.46442008833633</c:v>
                </c:pt>
                <c:pt idx="494">
                  <c:v>115.08261082938003</c:v>
                </c:pt>
                <c:pt idx="495">
                  <c:v>114.15344348110585</c:v>
                </c:pt>
                <c:pt idx="496">
                  <c:v>114.09782430885001</c:v>
                </c:pt>
                <c:pt idx="497">
                  <c:v>112.19368558809097</c:v>
                </c:pt>
                <c:pt idx="498">
                  <c:v>112.19368558809097</c:v>
                </c:pt>
                <c:pt idx="499">
                  <c:v>112.19368558809097</c:v>
                </c:pt>
                <c:pt idx="500">
                  <c:v>110.12268935056437</c:v>
                </c:pt>
                <c:pt idx="501">
                  <c:v>108.79764436446916</c:v>
                </c:pt>
                <c:pt idx="502">
                  <c:v>111.27106167184691</c:v>
                </c:pt>
                <c:pt idx="503">
                  <c:v>108.47047276296419</c:v>
                </c:pt>
                <c:pt idx="504">
                  <c:v>107.34173073777195</c:v>
                </c:pt>
                <c:pt idx="505">
                  <c:v>107.34173073777195</c:v>
                </c:pt>
                <c:pt idx="506">
                  <c:v>107.34173073777195</c:v>
                </c:pt>
                <c:pt idx="507">
                  <c:v>107.9142810404057</c:v>
                </c:pt>
                <c:pt idx="508">
                  <c:v>106.95239653198104</c:v>
                </c:pt>
                <c:pt idx="509">
                  <c:v>108.72239489612303</c:v>
                </c:pt>
                <c:pt idx="510">
                  <c:v>108.93832815311633</c:v>
                </c:pt>
                <c:pt idx="511">
                  <c:v>109.33420579093736</c:v>
                </c:pt>
                <c:pt idx="512">
                  <c:v>109.33420579093736</c:v>
                </c:pt>
                <c:pt idx="513">
                  <c:v>109.33420579093736</c:v>
                </c:pt>
                <c:pt idx="514">
                  <c:v>109.22623916244072</c:v>
                </c:pt>
                <c:pt idx="515">
                  <c:v>109.79224603304434</c:v>
                </c:pt>
                <c:pt idx="516">
                  <c:v>109.85113692131523</c:v>
                </c:pt>
                <c:pt idx="517">
                  <c:v>109.40618354326845</c:v>
                </c:pt>
                <c:pt idx="518">
                  <c:v>110.58072959267136</c:v>
                </c:pt>
                <c:pt idx="519">
                  <c:v>110.58072959267136</c:v>
                </c:pt>
                <c:pt idx="520">
                  <c:v>110.58072959267136</c:v>
                </c:pt>
                <c:pt idx="521">
                  <c:v>110.75413054146901</c:v>
                </c:pt>
                <c:pt idx="522">
                  <c:v>110.18485195485033</c:v>
                </c:pt>
                <c:pt idx="523">
                  <c:v>109.09864223785375</c:v>
                </c:pt>
                <c:pt idx="524">
                  <c:v>108.73875347619828</c:v>
                </c:pt>
                <c:pt idx="525">
                  <c:v>107.3580893178472</c:v>
                </c:pt>
                <c:pt idx="526">
                  <c:v>107.3580893178472</c:v>
                </c:pt>
                <c:pt idx="527">
                  <c:v>107.3580893178472</c:v>
                </c:pt>
                <c:pt idx="528">
                  <c:v>107.25993783739571</c:v>
                </c:pt>
                <c:pt idx="529">
                  <c:v>107.97971536070669</c:v>
                </c:pt>
                <c:pt idx="530">
                  <c:v>108.33960412236219</c:v>
                </c:pt>
                <c:pt idx="531">
                  <c:v>109.11172910191395</c:v>
                </c:pt>
                <c:pt idx="532">
                  <c:v>109.42581383935874</c:v>
                </c:pt>
                <c:pt idx="533">
                  <c:v>109.42581383935874</c:v>
                </c:pt>
                <c:pt idx="534">
                  <c:v>109.42581383935874</c:v>
                </c:pt>
                <c:pt idx="535">
                  <c:v>109.71372484868314</c:v>
                </c:pt>
                <c:pt idx="536">
                  <c:v>108.75511205627353</c:v>
                </c:pt>
                <c:pt idx="537">
                  <c:v>107.9077376083756</c:v>
                </c:pt>
                <c:pt idx="538">
                  <c:v>107.97971536070669</c:v>
                </c:pt>
                <c:pt idx="539">
                  <c:v>108.93178472108622</c:v>
                </c:pt>
                <c:pt idx="540">
                  <c:v>108.93178472108622</c:v>
                </c:pt>
                <c:pt idx="541">
                  <c:v>108.93178472108622</c:v>
                </c:pt>
                <c:pt idx="542">
                  <c:v>106.99492884017667</c:v>
                </c:pt>
                <c:pt idx="543">
                  <c:v>107.66235890724684</c:v>
                </c:pt>
                <c:pt idx="544">
                  <c:v>108.04514968100769</c:v>
                </c:pt>
                <c:pt idx="545">
                  <c:v>105.60117781776542</c:v>
                </c:pt>
                <c:pt idx="546">
                  <c:v>103.90315720595453</c:v>
                </c:pt>
                <c:pt idx="547">
                  <c:v>103.90315720595453</c:v>
                </c:pt>
                <c:pt idx="548">
                  <c:v>103.90315720595453</c:v>
                </c:pt>
                <c:pt idx="549">
                  <c:v>103.36986749550138</c:v>
                </c:pt>
                <c:pt idx="550">
                  <c:v>103.17029281858335</c:v>
                </c:pt>
                <c:pt idx="551">
                  <c:v>102.62391624407003</c:v>
                </c:pt>
                <c:pt idx="552">
                  <c:v>104.16816620317357</c:v>
                </c:pt>
                <c:pt idx="553">
                  <c:v>104.16816620317357</c:v>
                </c:pt>
                <c:pt idx="554">
                  <c:v>104.16816620317357</c:v>
                </c:pt>
                <c:pt idx="555">
                  <c:v>104.16816620317357</c:v>
                </c:pt>
                <c:pt idx="556">
                  <c:v>104.16816620317357</c:v>
                </c:pt>
                <c:pt idx="557">
                  <c:v>103.32733518730575</c:v>
                </c:pt>
                <c:pt idx="558">
                  <c:v>103.08849991820711</c:v>
                </c:pt>
                <c:pt idx="559">
                  <c:v>105.18894159986914</c:v>
                </c:pt>
                <c:pt idx="560">
                  <c:v>104.32520857189598</c:v>
                </c:pt>
                <c:pt idx="561">
                  <c:v>104.32520857189598</c:v>
                </c:pt>
                <c:pt idx="562">
                  <c:v>104.32520857189598</c:v>
                </c:pt>
                <c:pt idx="563">
                  <c:v>104.62947816129562</c:v>
                </c:pt>
                <c:pt idx="564">
                  <c:v>105.82038279077378</c:v>
                </c:pt>
                <c:pt idx="565">
                  <c:v>105.4081465728775</c:v>
                </c:pt>
                <c:pt idx="566">
                  <c:v>106.72010469491249</c:v>
                </c:pt>
                <c:pt idx="567">
                  <c:v>107.27302470145592</c:v>
                </c:pt>
                <c:pt idx="568">
                  <c:v>107.27302470145592</c:v>
                </c:pt>
                <c:pt idx="569">
                  <c:v>107.27302470145592</c:v>
                </c:pt>
                <c:pt idx="570">
                  <c:v>107.25012268935058</c:v>
                </c:pt>
                <c:pt idx="571">
                  <c:v>108.21855062980535</c:v>
                </c:pt>
                <c:pt idx="572">
                  <c:v>108.85326353672502</c:v>
                </c:pt>
                <c:pt idx="573">
                  <c:v>108.32978897431704</c:v>
                </c:pt>
                <c:pt idx="574">
                  <c:v>108.82381809258956</c:v>
                </c:pt>
                <c:pt idx="575">
                  <c:v>108.82381809258956</c:v>
                </c:pt>
                <c:pt idx="576">
                  <c:v>108.82381809258956</c:v>
                </c:pt>
                <c:pt idx="577">
                  <c:v>108.75184034025847</c:v>
                </c:pt>
                <c:pt idx="578">
                  <c:v>108.52282021920499</c:v>
                </c:pt>
                <c:pt idx="579">
                  <c:v>107.999345656797</c:v>
                </c:pt>
                <c:pt idx="580">
                  <c:v>108.86307868477016</c:v>
                </c:pt>
                <c:pt idx="581">
                  <c:v>108.66350400785211</c:v>
                </c:pt>
                <c:pt idx="582">
                  <c:v>108.66350400785211</c:v>
                </c:pt>
                <c:pt idx="583">
                  <c:v>108.66350400785211</c:v>
                </c:pt>
                <c:pt idx="584">
                  <c:v>108.44757075085884</c:v>
                </c:pt>
                <c:pt idx="585">
                  <c:v>108.44757075085884</c:v>
                </c:pt>
                <c:pt idx="586">
                  <c:v>109.55668247996076</c:v>
                </c:pt>
                <c:pt idx="587">
                  <c:v>108.37232128251269</c:v>
                </c:pt>
                <c:pt idx="588">
                  <c:v>109.97546212988713</c:v>
                </c:pt>
                <c:pt idx="589">
                  <c:v>109.97546212988713</c:v>
                </c:pt>
                <c:pt idx="590">
                  <c:v>109.97546212988713</c:v>
                </c:pt>
                <c:pt idx="591">
                  <c:v>111.16963847538035</c:v>
                </c:pt>
                <c:pt idx="592">
                  <c:v>111.04531326680846</c:v>
                </c:pt>
                <c:pt idx="593">
                  <c:v>112.75642074267952</c:v>
                </c:pt>
                <c:pt idx="594">
                  <c:v>112.78586618681501</c:v>
                </c:pt>
                <c:pt idx="595">
                  <c:v>113.59725175854736</c:v>
                </c:pt>
                <c:pt idx="596">
                  <c:v>113.59725175854736</c:v>
                </c:pt>
                <c:pt idx="597">
                  <c:v>113.59725175854736</c:v>
                </c:pt>
                <c:pt idx="598">
                  <c:v>113.78701128742026</c:v>
                </c:pt>
                <c:pt idx="599">
                  <c:v>114.32684442990349</c:v>
                </c:pt>
                <c:pt idx="600">
                  <c:v>115.03680680516932</c:v>
                </c:pt>
                <c:pt idx="601">
                  <c:v>115.10551284148536</c:v>
                </c:pt>
                <c:pt idx="602">
                  <c:v>113.8033698674955</c:v>
                </c:pt>
                <c:pt idx="603">
                  <c:v>113.8033698674955</c:v>
                </c:pt>
                <c:pt idx="604">
                  <c:v>113.8033698674955</c:v>
                </c:pt>
                <c:pt idx="605">
                  <c:v>114.12399803697039</c:v>
                </c:pt>
                <c:pt idx="606">
                  <c:v>114.69654833960412</c:v>
                </c:pt>
                <c:pt idx="607">
                  <c:v>113.55471945035171</c:v>
                </c:pt>
                <c:pt idx="608">
                  <c:v>112.33764109275317</c:v>
                </c:pt>
                <c:pt idx="609">
                  <c:v>111.212170783576</c:v>
                </c:pt>
                <c:pt idx="610">
                  <c:v>111.212170783576</c:v>
                </c:pt>
                <c:pt idx="611">
                  <c:v>111.212170783576</c:v>
                </c:pt>
                <c:pt idx="612">
                  <c:v>109.70390970063799</c:v>
                </c:pt>
                <c:pt idx="613">
                  <c:v>108.56535252740062</c:v>
                </c:pt>
                <c:pt idx="614">
                  <c:v>109.05610992965811</c:v>
                </c:pt>
                <c:pt idx="615">
                  <c:v>112.26893505643709</c:v>
                </c:pt>
                <c:pt idx="616">
                  <c:v>113.51545885817112</c:v>
                </c:pt>
                <c:pt idx="617">
                  <c:v>113.51545885817112</c:v>
                </c:pt>
                <c:pt idx="618">
                  <c:v>113.51545885817112</c:v>
                </c:pt>
                <c:pt idx="619">
                  <c:v>112.47505316538525</c:v>
                </c:pt>
                <c:pt idx="620">
                  <c:v>112.11189268771471</c:v>
                </c:pt>
                <c:pt idx="621">
                  <c:v>111.93194830688698</c:v>
                </c:pt>
                <c:pt idx="622">
                  <c:v>112.22313103222641</c:v>
                </c:pt>
                <c:pt idx="623">
                  <c:v>111.85669883854081</c:v>
                </c:pt>
                <c:pt idx="624">
                  <c:v>111.85669883854081</c:v>
                </c:pt>
                <c:pt idx="625">
                  <c:v>111.85669883854081</c:v>
                </c:pt>
                <c:pt idx="626">
                  <c:v>114.20906265336168</c:v>
                </c:pt>
                <c:pt idx="627">
                  <c:v>113.68885980696876</c:v>
                </c:pt>
                <c:pt idx="628">
                  <c:v>114.63111401930313</c:v>
                </c:pt>
                <c:pt idx="629">
                  <c:v>115.94307214133815</c:v>
                </c:pt>
                <c:pt idx="630">
                  <c:v>115.07279568133488</c:v>
                </c:pt>
                <c:pt idx="631">
                  <c:v>115.07279568133488</c:v>
                </c:pt>
                <c:pt idx="632">
                  <c:v>115.07279568133488</c:v>
                </c:pt>
                <c:pt idx="633">
                  <c:v>114.3203009978734</c:v>
                </c:pt>
                <c:pt idx="634">
                  <c:v>114.29739898576806</c:v>
                </c:pt>
                <c:pt idx="635">
                  <c:v>115.69442172419436</c:v>
                </c:pt>
                <c:pt idx="636">
                  <c:v>113.53181743824636</c:v>
                </c:pt>
                <c:pt idx="637">
                  <c:v>114.80451496810078</c:v>
                </c:pt>
                <c:pt idx="638">
                  <c:v>114.80451496810078</c:v>
                </c:pt>
                <c:pt idx="639">
                  <c:v>114.80451496810078</c:v>
                </c:pt>
                <c:pt idx="640">
                  <c:v>111.96466546703748</c:v>
                </c:pt>
                <c:pt idx="641">
                  <c:v>112.05954523147392</c:v>
                </c:pt>
                <c:pt idx="642">
                  <c:v>108.90233927695077</c:v>
                </c:pt>
                <c:pt idx="643">
                  <c:v>108.59806968755112</c:v>
                </c:pt>
                <c:pt idx="644">
                  <c:v>109.04956649762802</c:v>
                </c:pt>
                <c:pt idx="645">
                  <c:v>109.04956649762802</c:v>
                </c:pt>
                <c:pt idx="646">
                  <c:v>109.04956649762802</c:v>
                </c:pt>
                <c:pt idx="647">
                  <c:v>108.90888270898087</c:v>
                </c:pt>
                <c:pt idx="648">
                  <c:v>109.58612792409619</c:v>
                </c:pt>
                <c:pt idx="649">
                  <c:v>109.57631277605104</c:v>
                </c:pt>
                <c:pt idx="650">
                  <c:v>110.54474071650581</c:v>
                </c:pt>
                <c:pt idx="651">
                  <c:v>110.63307704891217</c:v>
                </c:pt>
                <c:pt idx="652">
                  <c:v>110.63307704891217</c:v>
                </c:pt>
                <c:pt idx="653">
                  <c:v>110.63307704891217</c:v>
                </c:pt>
                <c:pt idx="654">
                  <c:v>111.80435138230003</c:v>
                </c:pt>
                <c:pt idx="655">
                  <c:v>112.02028463929332</c:v>
                </c:pt>
                <c:pt idx="656">
                  <c:v>110.01799443808278</c:v>
                </c:pt>
                <c:pt idx="657">
                  <c:v>110.72141338131851</c:v>
                </c:pt>
                <c:pt idx="658">
                  <c:v>110.77703255357434</c:v>
                </c:pt>
                <c:pt idx="659">
                  <c:v>110.77703255357434</c:v>
                </c:pt>
                <c:pt idx="660">
                  <c:v>110.77703255357434</c:v>
                </c:pt>
                <c:pt idx="661">
                  <c:v>109.83805005725505</c:v>
                </c:pt>
                <c:pt idx="662">
                  <c:v>109.37346638311796</c:v>
                </c:pt>
                <c:pt idx="663">
                  <c:v>109.69736626860791</c:v>
                </c:pt>
                <c:pt idx="664">
                  <c:v>109.15098969409456</c:v>
                </c:pt>
                <c:pt idx="665">
                  <c:v>108.92524128905612</c:v>
                </c:pt>
                <c:pt idx="666">
                  <c:v>108.92524128905612</c:v>
                </c:pt>
                <c:pt idx="667">
                  <c:v>108.92524128905612</c:v>
                </c:pt>
                <c:pt idx="668">
                  <c:v>108.59806968755112</c:v>
                </c:pt>
                <c:pt idx="669">
                  <c:v>109.94601668575169</c:v>
                </c:pt>
                <c:pt idx="670">
                  <c:v>110.04089645018813</c:v>
                </c:pt>
                <c:pt idx="671">
                  <c:v>111.18926877147067</c:v>
                </c:pt>
                <c:pt idx="672">
                  <c:v>111.09111729101915</c:v>
                </c:pt>
                <c:pt idx="673">
                  <c:v>111.09111729101915</c:v>
                </c:pt>
                <c:pt idx="674">
                  <c:v>111.09111729101915</c:v>
                </c:pt>
                <c:pt idx="675">
                  <c:v>110.76394568951416</c:v>
                </c:pt>
                <c:pt idx="676">
                  <c:v>111.45100605267464</c:v>
                </c:pt>
                <c:pt idx="677">
                  <c:v>110.99950924259774</c:v>
                </c:pt>
                <c:pt idx="678">
                  <c:v>109.89366922951089</c:v>
                </c:pt>
                <c:pt idx="679">
                  <c:v>109.95256011778179</c:v>
                </c:pt>
                <c:pt idx="680">
                  <c:v>109.95256011778179</c:v>
                </c:pt>
                <c:pt idx="681">
                  <c:v>109.95256011778179</c:v>
                </c:pt>
                <c:pt idx="682">
                  <c:v>110.06707017830854</c:v>
                </c:pt>
                <c:pt idx="683">
                  <c:v>110.62653361688206</c:v>
                </c:pt>
                <c:pt idx="684">
                  <c:v>109.72353999672831</c:v>
                </c:pt>
                <c:pt idx="685">
                  <c:v>108.99394732537215</c:v>
                </c:pt>
                <c:pt idx="686">
                  <c:v>107.6852609193522</c:v>
                </c:pt>
                <c:pt idx="687">
                  <c:v>107.6852609193522</c:v>
                </c:pt>
                <c:pt idx="688">
                  <c:v>107.6852609193522</c:v>
                </c:pt>
                <c:pt idx="689">
                  <c:v>106.54670374611486</c:v>
                </c:pt>
                <c:pt idx="690">
                  <c:v>106.82807132340912</c:v>
                </c:pt>
                <c:pt idx="691">
                  <c:v>104.99591035498119</c:v>
                </c:pt>
                <c:pt idx="692">
                  <c:v>105.0809749713725</c:v>
                </c:pt>
                <c:pt idx="693">
                  <c:v>104.27613283167022</c:v>
                </c:pt>
                <c:pt idx="694">
                  <c:v>104.27613283167022</c:v>
                </c:pt>
                <c:pt idx="695">
                  <c:v>104.27613283167022</c:v>
                </c:pt>
                <c:pt idx="696">
                  <c:v>104.06347129069198</c:v>
                </c:pt>
                <c:pt idx="697">
                  <c:v>105.00899721904138</c:v>
                </c:pt>
                <c:pt idx="698">
                  <c:v>104.94683461475545</c:v>
                </c:pt>
                <c:pt idx="699">
                  <c:v>105.24456077212498</c:v>
                </c:pt>
                <c:pt idx="700">
                  <c:v>105.67642728611158</c:v>
                </c:pt>
                <c:pt idx="701">
                  <c:v>105.67642728611158</c:v>
                </c:pt>
                <c:pt idx="702">
                  <c:v>105.67642728611158</c:v>
                </c:pt>
                <c:pt idx="703">
                  <c:v>106.05267462784231</c:v>
                </c:pt>
                <c:pt idx="704">
                  <c:v>105.41469000490757</c:v>
                </c:pt>
                <c:pt idx="705">
                  <c:v>106.294781612956</c:v>
                </c:pt>
                <c:pt idx="706">
                  <c:v>105.99378373957143</c:v>
                </c:pt>
                <c:pt idx="707">
                  <c:v>105.20857189595945</c:v>
                </c:pt>
                <c:pt idx="708">
                  <c:v>105.20857189595945</c:v>
                </c:pt>
                <c:pt idx="709">
                  <c:v>105.20857189595945</c:v>
                </c:pt>
                <c:pt idx="710">
                  <c:v>105.38524456077214</c:v>
                </c:pt>
                <c:pt idx="711">
                  <c:v>105.39833142483232</c:v>
                </c:pt>
                <c:pt idx="712">
                  <c:v>104.73744478979225</c:v>
                </c:pt>
                <c:pt idx="713">
                  <c:v>103.38295435956159</c:v>
                </c:pt>
                <c:pt idx="714">
                  <c:v>103.14739080647799</c:v>
                </c:pt>
                <c:pt idx="715">
                  <c:v>103.14739080647799</c:v>
                </c:pt>
                <c:pt idx="716">
                  <c:v>103.14739080647799</c:v>
                </c:pt>
                <c:pt idx="717">
                  <c:v>104.27613283167022</c:v>
                </c:pt>
                <c:pt idx="718">
                  <c:v>103.84426631768362</c:v>
                </c:pt>
                <c:pt idx="719">
                  <c:v>104.24668738753478</c:v>
                </c:pt>
                <c:pt idx="720">
                  <c:v>103.96204809422542</c:v>
                </c:pt>
                <c:pt idx="721">
                  <c:v>104.30557827580567</c:v>
                </c:pt>
                <c:pt idx="722">
                  <c:v>104.30557827580567</c:v>
                </c:pt>
                <c:pt idx="723">
                  <c:v>104.30557827580567</c:v>
                </c:pt>
                <c:pt idx="724">
                  <c:v>105.26746278423033</c:v>
                </c:pt>
                <c:pt idx="725">
                  <c:v>109.45853099950926</c:v>
                </c:pt>
                <c:pt idx="726">
                  <c:v>110.61671846883692</c:v>
                </c:pt>
                <c:pt idx="727">
                  <c:v>110.38115491575331</c:v>
                </c:pt>
                <c:pt idx="728">
                  <c:v>110.38115491575331</c:v>
                </c:pt>
                <c:pt idx="729">
                  <c:v>110.38115491575331</c:v>
                </c:pt>
                <c:pt idx="730">
                  <c:v>110.38115491575331</c:v>
                </c:pt>
                <c:pt idx="731">
                  <c:v>110.21429739898578</c:v>
                </c:pt>
                <c:pt idx="732">
                  <c:v>111.738917061999</c:v>
                </c:pt>
                <c:pt idx="733">
                  <c:v>111.1532798953051</c:v>
                </c:pt>
                <c:pt idx="734">
                  <c:v>110.9962375265827</c:v>
                </c:pt>
                <c:pt idx="735">
                  <c:v>109.07574022574842</c:v>
                </c:pt>
                <c:pt idx="736">
                  <c:v>109.07574022574842</c:v>
                </c:pt>
                <c:pt idx="737">
                  <c:v>109.07574022574842</c:v>
                </c:pt>
                <c:pt idx="738">
                  <c:v>108.31997382627188</c:v>
                </c:pt>
                <c:pt idx="739">
                  <c:v>107.91755275642076</c:v>
                </c:pt>
                <c:pt idx="740">
                  <c:v>108.45411418288893</c:v>
                </c:pt>
                <c:pt idx="741">
                  <c:v>106.4714542777687</c:v>
                </c:pt>
                <c:pt idx="742">
                  <c:v>104.8715851464093</c:v>
                </c:pt>
                <c:pt idx="743">
                  <c:v>104.8715851464093</c:v>
                </c:pt>
                <c:pt idx="744">
                  <c:v>104.8715851464093</c:v>
                </c:pt>
                <c:pt idx="745">
                  <c:v>103.64796335678064</c:v>
                </c:pt>
                <c:pt idx="746">
                  <c:v>103.5072795681335</c:v>
                </c:pt>
                <c:pt idx="747">
                  <c:v>101.90086700474399</c:v>
                </c:pt>
                <c:pt idx="748">
                  <c:v>100.19630296090301</c:v>
                </c:pt>
                <c:pt idx="749">
                  <c:v>100.58890888270899</c:v>
                </c:pt>
                <c:pt idx="750">
                  <c:v>100.58890888270899</c:v>
                </c:pt>
                <c:pt idx="751">
                  <c:v>100.58890888270899</c:v>
                </c:pt>
                <c:pt idx="752">
                  <c:v>100.45149681007688</c:v>
                </c:pt>
                <c:pt idx="753">
                  <c:v>101.3643055782758</c:v>
                </c:pt>
                <c:pt idx="754">
                  <c:v>100.96842794045477</c:v>
                </c:pt>
                <c:pt idx="755">
                  <c:v>99.610665794209069</c:v>
                </c:pt>
                <c:pt idx="756">
                  <c:v>99.558318337968274</c:v>
                </c:pt>
                <c:pt idx="757">
                  <c:v>99.558318337968274</c:v>
                </c:pt>
                <c:pt idx="758">
                  <c:v>99.558318337968274</c:v>
                </c:pt>
                <c:pt idx="759">
                  <c:v>98.328153116309508</c:v>
                </c:pt>
                <c:pt idx="760">
                  <c:v>97.071814166530345</c:v>
                </c:pt>
                <c:pt idx="761">
                  <c:v>94.863405856371671</c:v>
                </c:pt>
                <c:pt idx="762">
                  <c:v>95.805660068706032</c:v>
                </c:pt>
                <c:pt idx="763">
                  <c:v>94.559136266972033</c:v>
                </c:pt>
                <c:pt idx="764">
                  <c:v>94.559136266972033</c:v>
                </c:pt>
                <c:pt idx="765">
                  <c:v>94.559136266972033</c:v>
                </c:pt>
                <c:pt idx="766">
                  <c:v>94.405365614264696</c:v>
                </c:pt>
                <c:pt idx="767">
                  <c:v>94.333387861933588</c:v>
                </c:pt>
                <c:pt idx="768">
                  <c:v>95.177490593816472</c:v>
                </c:pt>
                <c:pt idx="769">
                  <c:v>96.145918534271232</c:v>
                </c:pt>
                <c:pt idx="770">
                  <c:v>96.407655815475223</c:v>
                </c:pt>
                <c:pt idx="771">
                  <c:v>96.407655815475223</c:v>
                </c:pt>
                <c:pt idx="772">
                  <c:v>96.407655815475223</c:v>
                </c:pt>
                <c:pt idx="773">
                  <c:v>96.433829543595635</c:v>
                </c:pt>
                <c:pt idx="774">
                  <c:v>95.664976280058895</c:v>
                </c:pt>
                <c:pt idx="775">
                  <c:v>96.28005889088827</c:v>
                </c:pt>
                <c:pt idx="776">
                  <c:v>95.566824799607403</c:v>
                </c:pt>
                <c:pt idx="777">
                  <c:v>94.215606085391798</c:v>
                </c:pt>
                <c:pt idx="778">
                  <c:v>94.215606085391798</c:v>
                </c:pt>
                <c:pt idx="779">
                  <c:v>94.215606085391798</c:v>
                </c:pt>
                <c:pt idx="780">
                  <c:v>92.923278259447088</c:v>
                </c:pt>
                <c:pt idx="781">
                  <c:v>92.671356126288245</c:v>
                </c:pt>
                <c:pt idx="782">
                  <c:v>92.085718959594303</c:v>
                </c:pt>
                <c:pt idx="783">
                  <c:v>92.079175527564217</c:v>
                </c:pt>
                <c:pt idx="784">
                  <c:v>92.151153279895311</c:v>
                </c:pt>
                <c:pt idx="785">
                  <c:v>92.151153279895311</c:v>
                </c:pt>
                <c:pt idx="786">
                  <c:v>92.151153279895311</c:v>
                </c:pt>
                <c:pt idx="787">
                  <c:v>90.927531490266659</c:v>
                </c:pt>
                <c:pt idx="788">
                  <c:v>89.052838213643057</c:v>
                </c:pt>
                <c:pt idx="789">
                  <c:v>90.58400130868641</c:v>
                </c:pt>
                <c:pt idx="790">
                  <c:v>89.995092425977433</c:v>
                </c:pt>
                <c:pt idx="791">
                  <c:v>89.923114673646339</c:v>
                </c:pt>
                <c:pt idx="792">
                  <c:v>89.923114673646339</c:v>
                </c:pt>
                <c:pt idx="793">
                  <c:v>89.923114673646339</c:v>
                </c:pt>
                <c:pt idx="794">
                  <c:v>91.395386880418798</c:v>
                </c:pt>
                <c:pt idx="795">
                  <c:v>90.986422378537554</c:v>
                </c:pt>
                <c:pt idx="796">
                  <c:v>91.653852445607725</c:v>
                </c:pt>
                <c:pt idx="797">
                  <c:v>91.542614101096035</c:v>
                </c:pt>
                <c:pt idx="798">
                  <c:v>91.810894814330126</c:v>
                </c:pt>
                <c:pt idx="799">
                  <c:v>91.810894814330126</c:v>
                </c:pt>
                <c:pt idx="800">
                  <c:v>91.810894814330126</c:v>
                </c:pt>
                <c:pt idx="801">
                  <c:v>93.996401112383452</c:v>
                </c:pt>
                <c:pt idx="802">
                  <c:v>92.134794699820063</c:v>
                </c:pt>
                <c:pt idx="803">
                  <c:v>91.578602977261596</c:v>
                </c:pt>
                <c:pt idx="804">
                  <c:v>88.928513005071167</c:v>
                </c:pt>
                <c:pt idx="805">
                  <c:v>89.22951087845577</c:v>
                </c:pt>
                <c:pt idx="806">
                  <c:v>89.22951087845577</c:v>
                </c:pt>
                <c:pt idx="807">
                  <c:v>89.22951087845577</c:v>
                </c:pt>
                <c:pt idx="808">
                  <c:v>87.881563880255214</c:v>
                </c:pt>
                <c:pt idx="809">
                  <c:v>88.414853590708333</c:v>
                </c:pt>
                <c:pt idx="810">
                  <c:v>89.730083428758391</c:v>
                </c:pt>
                <c:pt idx="811">
                  <c:v>89.399640111238355</c:v>
                </c:pt>
                <c:pt idx="812">
                  <c:v>88.346147554392275</c:v>
                </c:pt>
                <c:pt idx="813">
                  <c:v>88.346147554392275</c:v>
                </c:pt>
                <c:pt idx="814">
                  <c:v>88.346147554392275</c:v>
                </c:pt>
                <c:pt idx="815">
                  <c:v>86.599051202355639</c:v>
                </c:pt>
                <c:pt idx="816">
                  <c:v>85.898903975134971</c:v>
                </c:pt>
                <c:pt idx="817">
                  <c:v>85.57500408964502</c:v>
                </c:pt>
                <c:pt idx="818">
                  <c:v>83.906428921969578</c:v>
                </c:pt>
                <c:pt idx="819">
                  <c:v>83.216096842794059</c:v>
                </c:pt>
                <c:pt idx="820">
                  <c:v>83.216096842794059</c:v>
                </c:pt>
                <c:pt idx="821">
                  <c:v>83.216096842794059</c:v>
                </c:pt>
                <c:pt idx="822">
                  <c:v>82.218223458203838</c:v>
                </c:pt>
                <c:pt idx="823">
                  <c:v>82.218223458203838</c:v>
                </c:pt>
                <c:pt idx="824">
                  <c:v>82.218223458203838</c:v>
                </c:pt>
                <c:pt idx="825">
                  <c:v>82.178962866023241</c:v>
                </c:pt>
                <c:pt idx="826">
                  <c:v>83.674137084901034</c:v>
                </c:pt>
                <c:pt idx="827">
                  <c:v>83.674137084901034</c:v>
                </c:pt>
                <c:pt idx="828">
                  <c:v>83.674137084901034</c:v>
                </c:pt>
                <c:pt idx="829">
                  <c:v>83.716669393096694</c:v>
                </c:pt>
                <c:pt idx="830">
                  <c:v>83.716669393096694</c:v>
                </c:pt>
                <c:pt idx="831">
                  <c:v>84.586945853099962</c:v>
                </c:pt>
                <c:pt idx="832">
                  <c:v>83.510551284148534</c:v>
                </c:pt>
                <c:pt idx="833">
                  <c:v>86.569605758220206</c:v>
                </c:pt>
                <c:pt idx="834">
                  <c:v>86.569605758220206</c:v>
                </c:pt>
                <c:pt idx="835">
                  <c:v>86.569605758220206</c:v>
                </c:pt>
                <c:pt idx="836">
                  <c:v>87.76378210371341</c:v>
                </c:pt>
                <c:pt idx="837">
                  <c:v>88.002617372812054</c:v>
                </c:pt>
                <c:pt idx="838">
                  <c:v>88.670047439882211</c:v>
                </c:pt>
                <c:pt idx="839">
                  <c:v>88.696221168002637</c:v>
                </c:pt>
                <c:pt idx="840">
                  <c:v>88.477016194994292</c:v>
                </c:pt>
                <c:pt idx="841">
                  <c:v>88.477016194994292</c:v>
                </c:pt>
                <c:pt idx="842">
                  <c:v>88.477016194994292</c:v>
                </c:pt>
                <c:pt idx="843">
                  <c:v>87.377719613937515</c:v>
                </c:pt>
                <c:pt idx="844">
                  <c:v>86.994928840176669</c:v>
                </c:pt>
                <c:pt idx="845">
                  <c:v>87.858661868149852</c:v>
                </c:pt>
                <c:pt idx="846">
                  <c:v>87.708162931457551</c:v>
                </c:pt>
                <c:pt idx="847">
                  <c:v>89.141174546049413</c:v>
                </c:pt>
                <c:pt idx="848">
                  <c:v>89.141174546049413</c:v>
                </c:pt>
                <c:pt idx="849">
                  <c:v>89.141174546049413</c:v>
                </c:pt>
                <c:pt idx="850">
                  <c:v>88.78128578439393</c:v>
                </c:pt>
                <c:pt idx="851">
                  <c:v>87.423523638148197</c:v>
                </c:pt>
                <c:pt idx="852">
                  <c:v>87.295926713561272</c:v>
                </c:pt>
                <c:pt idx="853">
                  <c:v>88.414853590708333</c:v>
                </c:pt>
                <c:pt idx="854">
                  <c:v>89.939473253721587</c:v>
                </c:pt>
                <c:pt idx="855">
                  <c:v>89.939473253721587</c:v>
                </c:pt>
                <c:pt idx="856">
                  <c:v>89.939473253721587</c:v>
                </c:pt>
                <c:pt idx="857">
                  <c:v>89.069196793718319</c:v>
                </c:pt>
                <c:pt idx="858">
                  <c:v>89.043023065597922</c:v>
                </c:pt>
                <c:pt idx="859">
                  <c:v>89.550139047930642</c:v>
                </c:pt>
                <c:pt idx="860">
                  <c:v>89.095370521838717</c:v>
                </c:pt>
                <c:pt idx="861">
                  <c:v>89.386553247178142</c:v>
                </c:pt>
                <c:pt idx="862">
                  <c:v>89.386553247178142</c:v>
                </c:pt>
                <c:pt idx="863">
                  <c:v>89.386553247178142</c:v>
                </c:pt>
                <c:pt idx="864">
                  <c:v>89.108457385898916</c:v>
                </c:pt>
                <c:pt idx="865">
                  <c:v>89.540323899885493</c:v>
                </c:pt>
                <c:pt idx="866">
                  <c:v>90.809749713724855</c:v>
                </c:pt>
                <c:pt idx="867">
                  <c:v>88.787829216424015</c:v>
                </c:pt>
                <c:pt idx="868">
                  <c:v>88.539178799280222</c:v>
                </c:pt>
                <c:pt idx="869">
                  <c:v>88.539178799280222</c:v>
                </c:pt>
                <c:pt idx="870">
                  <c:v>88.539178799280222</c:v>
                </c:pt>
                <c:pt idx="871">
                  <c:v>89.412726975298568</c:v>
                </c:pt>
                <c:pt idx="872">
                  <c:v>90.992965810567654</c:v>
                </c:pt>
                <c:pt idx="873">
                  <c:v>91.555700965156234</c:v>
                </c:pt>
                <c:pt idx="874">
                  <c:v>91.055128414853598</c:v>
                </c:pt>
                <c:pt idx="875">
                  <c:v>93.459839685915284</c:v>
                </c:pt>
                <c:pt idx="876">
                  <c:v>93.459839685915284</c:v>
                </c:pt>
                <c:pt idx="877">
                  <c:v>93.459839685915284</c:v>
                </c:pt>
                <c:pt idx="878">
                  <c:v>93.538360870276463</c:v>
                </c:pt>
                <c:pt idx="879">
                  <c:v>93.587436610502223</c:v>
                </c:pt>
                <c:pt idx="880">
                  <c:v>93.701946671028963</c:v>
                </c:pt>
                <c:pt idx="881">
                  <c:v>92.920006543432038</c:v>
                </c:pt>
                <c:pt idx="882">
                  <c:v>93.489285130050717</c:v>
                </c:pt>
                <c:pt idx="883">
                  <c:v>93.489285130050717</c:v>
                </c:pt>
                <c:pt idx="884">
                  <c:v>93.489285130050717</c:v>
                </c:pt>
                <c:pt idx="885">
                  <c:v>94.385735318174397</c:v>
                </c:pt>
                <c:pt idx="886">
                  <c:v>95.210207753966955</c:v>
                </c:pt>
                <c:pt idx="887">
                  <c:v>96.371666939309677</c:v>
                </c:pt>
                <c:pt idx="888">
                  <c:v>96.89841321773271</c:v>
                </c:pt>
                <c:pt idx="889">
                  <c:v>96.960575822018654</c:v>
                </c:pt>
                <c:pt idx="890">
                  <c:v>96.960575822018654</c:v>
                </c:pt>
                <c:pt idx="891">
                  <c:v>96.960575822018654</c:v>
                </c:pt>
                <c:pt idx="892">
                  <c:v>96.77735972517587</c:v>
                </c:pt>
                <c:pt idx="893">
                  <c:v>96.819892033371517</c:v>
                </c:pt>
                <c:pt idx="894">
                  <c:v>95.920170129232801</c:v>
                </c:pt>
                <c:pt idx="895">
                  <c:v>94.693276623589085</c:v>
                </c:pt>
                <c:pt idx="896">
                  <c:v>93.34205790937348</c:v>
                </c:pt>
                <c:pt idx="897">
                  <c:v>93.34205790937348</c:v>
                </c:pt>
                <c:pt idx="898">
                  <c:v>93.34205790937348</c:v>
                </c:pt>
                <c:pt idx="899">
                  <c:v>94.379191886144298</c:v>
                </c:pt>
                <c:pt idx="900">
                  <c:v>93.806641583510569</c:v>
                </c:pt>
                <c:pt idx="901">
                  <c:v>94.496973662686074</c:v>
                </c:pt>
                <c:pt idx="902">
                  <c:v>94.945198756747914</c:v>
                </c:pt>
                <c:pt idx="903">
                  <c:v>95.278913790283013</c:v>
                </c:pt>
                <c:pt idx="904">
                  <c:v>95.278913790283013</c:v>
                </c:pt>
                <c:pt idx="905">
                  <c:v>95.278913790283013</c:v>
                </c:pt>
                <c:pt idx="906">
                  <c:v>95.972517585473582</c:v>
                </c:pt>
                <c:pt idx="907">
                  <c:v>95.939800425323099</c:v>
                </c:pt>
                <c:pt idx="908">
                  <c:v>95.066252249304767</c:v>
                </c:pt>
                <c:pt idx="909">
                  <c:v>95.557009651562254</c:v>
                </c:pt>
                <c:pt idx="910">
                  <c:v>93.00834287583838</c:v>
                </c:pt>
                <c:pt idx="911">
                  <c:v>93.00834287583838</c:v>
                </c:pt>
                <c:pt idx="912">
                  <c:v>93.00834287583838</c:v>
                </c:pt>
                <c:pt idx="913">
                  <c:v>92.442336005234765</c:v>
                </c:pt>
                <c:pt idx="914">
                  <c:v>92.857843939146093</c:v>
                </c:pt>
                <c:pt idx="915">
                  <c:v>92.465238017340099</c:v>
                </c:pt>
                <c:pt idx="916">
                  <c:v>91.752003926059217</c:v>
                </c:pt>
                <c:pt idx="917">
                  <c:v>93.502371994110916</c:v>
                </c:pt>
                <c:pt idx="918">
                  <c:v>93.502371994110916</c:v>
                </c:pt>
                <c:pt idx="919">
                  <c:v>93.502371994110916</c:v>
                </c:pt>
                <c:pt idx="920">
                  <c:v>94.987731064943574</c:v>
                </c:pt>
                <c:pt idx="921">
                  <c:v>95.305087518403411</c:v>
                </c:pt>
                <c:pt idx="922">
                  <c:v>96.293145754948469</c:v>
                </c:pt>
                <c:pt idx="923">
                  <c:v>96.541796172092262</c:v>
                </c:pt>
                <c:pt idx="924">
                  <c:v>97.978079502699174</c:v>
                </c:pt>
                <c:pt idx="925">
                  <c:v>97.978079502699174</c:v>
                </c:pt>
                <c:pt idx="926">
                  <c:v>97.978079502699174</c:v>
                </c:pt>
                <c:pt idx="927">
                  <c:v>98.000981514804536</c:v>
                </c:pt>
                <c:pt idx="928">
                  <c:v>97.147063634876503</c:v>
                </c:pt>
                <c:pt idx="929">
                  <c:v>97.228856535252746</c:v>
                </c:pt>
                <c:pt idx="930">
                  <c:v>97.035825290364798</c:v>
                </c:pt>
                <c:pt idx="931">
                  <c:v>97.52658269262227</c:v>
                </c:pt>
                <c:pt idx="932">
                  <c:v>97.52658269262227</c:v>
                </c:pt>
                <c:pt idx="933">
                  <c:v>97.52658269262227</c:v>
                </c:pt>
                <c:pt idx="934">
                  <c:v>97.899558318337981</c:v>
                </c:pt>
                <c:pt idx="935">
                  <c:v>98.416489448715865</c:v>
                </c:pt>
                <c:pt idx="936">
                  <c:v>98.527727793227555</c:v>
                </c:pt>
                <c:pt idx="937">
                  <c:v>98.557173237363003</c:v>
                </c:pt>
                <c:pt idx="938">
                  <c:v>98.557173237363003</c:v>
                </c:pt>
                <c:pt idx="939">
                  <c:v>98.557173237363003</c:v>
                </c:pt>
                <c:pt idx="940">
                  <c:v>98.557173237363003</c:v>
                </c:pt>
                <c:pt idx="941">
                  <c:v>98.557173237363003</c:v>
                </c:pt>
                <c:pt idx="942">
                  <c:v>98.403402584655652</c:v>
                </c:pt>
                <c:pt idx="943">
                  <c:v>97.362996891869784</c:v>
                </c:pt>
                <c:pt idx="944">
                  <c:v>96.761001145100607</c:v>
                </c:pt>
                <c:pt idx="945">
                  <c:v>96.194994274496963</c:v>
                </c:pt>
                <c:pt idx="946">
                  <c:v>96.194994274496963</c:v>
                </c:pt>
                <c:pt idx="947">
                  <c:v>96.194994274496963</c:v>
                </c:pt>
                <c:pt idx="948">
                  <c:v>96.16554883036153</c:v>
                </c:pt>
                <c:pt idx="949">
                  <c:v>95.730410600359903</c:v>
                </c:pt>
                <c:pt idx="950">
                  <c:v>95.730410600359903</c:v>
                </c:pt>
                <c:pt idx="951">
                  <c:v>94.879764436446919</c:v>
                </c:pt>
                <c:pt idx="952">
                  <c:v>95.164403729756259</c:v>
                </c:pt>
                <c:pt idx="953">
                  <c:v>95.164403729756259</c:v>
                </c:pt>
                <c:pt idx="954">
                  <c:v>95.164403729756259</c:v>
                </c:pt>
                <c:pt idx="955">
                  <c:v>93.983314248323239</c:v>
                </c:pt>
                <c:pt idx="956">
                  <c:v>91.915589726811717</c:v>
                </c:pt>
                <c:pt idx="957">
                  <c:v>91.630950433502377</c:v>
                </c:pt>
                <c:pt idx="958">
                  <c:v>89.45853099950925</c:v>
                </c:pt>
                <c:pt idx="959">
                  <c:v>89.334205790937361</c:v>
                </c:pt>
                <c:pt idx="960">
                  <c:v>89.334205790937361</c:v>
                </c:pt>
                <c:pt idx="961">
                  <c:v>89.334205790937361</c:v>
                </c:pt>
                <c:pt idx="962">
                  <c:v>87.302470145591357</c:v>
                </c:pt>
                <c:pt idx="963">
                  <c:v>88.12039914935383</c:v>
                </c:pt>
                <c:pt idx="964">
                  <c:v>87.891379028300349</c:v>
                </c:pt>
                <c:pt idx="965">
                  <c:v>89.255684606576153</c:v>
                </c:pt>
                <c:pt idx="966">
                  <c:v>88.264354654016032</c:v>
                </c:pt>
                <c:pt idx="967">
                  <c:v>88.264354654016032</c:v>
                </c:pt>
                <c:pt idx="968">
                  <c:v>88.264354654016032</c:v>
                </c:pt>
                <c:pt idx="969">
                  <c:v>87.011287420251932</c:v>
                </c:pt>
                <c:pt idx="970">
                  <c:v>87.858661868149852</c:v>
                </c:pt>
                <c:pt idx="971">
                  <c:v>86.59250777032554</c:v>
                </c:pt>
                <c:pt idx="972">
                  <c:v>84.544413544904316</c:v>
                </c:pt>
                <c:pt idx="973">
                  <c:v>84.806150826108293</c:v>
                </c:pt>
                <c:pt idx="974">
                  <c:v>84.806150826108293</c:v>
                </c:pt>
                <c:pt idx="975">
                  <c:v>84.806150826108293</c:v>
                </c:pt>
                <c:pt idx="976">
                  <c:v>84.590217569115012</c:v>
                </c:pt>
                <c:pt idx="977">
                  <c:v>83.638148208735487</c:v>
                </c:pt>
                <c:pt idx="978">
                  <c:v>83.219368558809109</c:v>
                </c:pt>
                <c:pt idx="979">
                  <c:v>83.304433175200401</c:v>
                </c:pt>
                <c:pt idx="980">
                  <c:v>82.574840503844271</c:v>
                </c:pt>
                <c:pt idx="981">
                  <c:v>82.574840503844271</c:v>
                </c:pt>
                <c:pt idx="982">
                  <c:v>82.574840503844271</c:v>
                </c:pt>
                <c:pt idx="983">
                  <c:v>82.59447079993457</c:v>
                </c:pt>
                <c:pt idx="984">
                  <c:v>83.814820873548186</c:v>
                </c:pt>
                <c:pt idx="985">
                  <c:v>82.653361688205479</c:v>
                </c:pt>
                <c:pt idx="986">
                  <c:v>82.201864878128589</c:v>
                </c:pt>
                <c:pt idx="987">
                  <c:v>82.368722394896125</c:v>
                </c:pt>
                <c:pt idx="988">
                  <c:v>82.368722394896125</c:v>
                </c:pt>
                <c:pt idx="989">
                  <c:v>82.368722394896125</c:v>
                </c:pt>
                <c:pt idx="990">
                  <c:v>82.653361688205479</c:v>
                </c:pt>
                <c:pt idx="991">
                  <c:v>83.013250449860948</c:v>
                </c:pt>
                <c:pt idx="992">
                  <c:v>82.110256829707183</c:v>
                </c:pt>
                <c:pt idx="993">
                  <c:v>82.244397186324235</c:v>
                </c:pt>
                <c:pt idx="994">
                  <c:v>81.62604285947981</c:v>
                </c:pt>
                <c:pt idx="995">
                  <c:v>81.62604285947981</c:v>
                </c:pt>
                <c:pt idx="996">
                  <c:v>81.62604285947981</c:v>
                </c:pt>
                <c:pt idx="997">
                  <c:v>82.041550793391139</c:v>
                </c:pt>
                <c:pt idx="998">
                  <c:v>83.870440045804045</c:v>
                </c:pt>
                <c:pt idx="999">
                  <c:v>84.567315557009664</c:v>
                </c:pt>
                <c:pt idx="1000">
                  <c:v>84.940291182725346</c:v>
                </c:pt>
                <c:pt idx="1001">
                  <c:v>84.77343366595781</c:v>
                </c:pt>
                <c:pt idx="1002">
                  <c:v>84.77343366595781</c:v>
                </c:pt>
                <c:pt idx="1003">
                  <c:v>84.77343366595781</c:v>
                </c:pt>
                <c:pt idx="1004">
                  <c:v>84.014395550466233</c:v>
                </c:pt>
                <c:pt idx="1005">
                  <c:v>83.114673646327503</c:v>
                </c:pt>
                <c:pt idx="1006">
                  <c:v>84.063471290691965</c:v>
                </c:pt>
                <c:pt idx="1007">
                  <c:v>84.593489285130048</c:v>
                </c:pt>
                <c:pt idx="1008">
                  <c:v>84.871585146409302</c:v>
                </c:pt>
                <c:pt idx="1009">
                  <c:v>84.871585146409302</c:v>
                </c:pt>
                <c:pt idx="1010">
                  <c:v>84.871585146409302</c:v>
                </c:pt>
                <c:pt idx="1011">
                  <c:v>85.804024210698515</c:v>
                </c:pt>
                <c:pt idx="1012">
                  <c:v>85.555373793554722</c:v>
                </c:pt>
                <c:pt idx="1013">
                  <c:v>86.324227057091463</c:v>
                </c:pt>
                <c:pt idx="1014">
                  <c:v>87.53149026664488</c:v>
                </c:pt>
                <c:pt idx="1015">
                  <c:v>87.979715360706706</c:v>
                </c:pt>
                <c:pt idx="1016">
                  <c:v>87.979715360706706</c:v>
                </c:pt>
                <c:pt idx="1017">
                  <c:v>87.979715360706706</c:v>
                </c:pt>
                <c:pt idx="1018">
                  <c:v>87.708162931457551</c:v>
                </c:pt>
                <c:pt idx="1019">
                  <c:v>87.668902339276954</c:v>
                </c:pt>
                <c:pt idx="1020">
                  <c:v>88.516276787174888</c:v>
                </c:pt>
                <c:pt idx="1021">
                  <c:v>88.126942581383943</c:v>
                </c:pt>
                <c:pt idx="1022">
                  <c:v>88.218550629805335</c:v>
                </c:pt>
                <c:pt idx="1023">
                  <c:v>88.218550629805335</c:v>
                </c:pt>
                <c:pt idx="1024">
                  <c:v>88.218550629805335</c:v>
                </c:pt>
                <c:pt idx="1025">
                  <c:v>87.616554883036159</c:v>
                </c:pt>
                <c:pt idx="1026">
                  <c:v>88.107312285293645</c:v>
                </c:pt>
                <c:pt idx="1027">
                  <c:v>86.831343039424183</c:v>
                </c:pt>
                <c:pt idx="1028">
                  <c:v>86.785539015213487</c:v>
                </c:pt>
                <c:pt idx="1029">
                  <c:v>85.921805987240319</c:v>
                </c:pt>
                <c:pt idx="1030">
                  <c:v>85.921805987240319</c:v>
                </c:pt>
                <c:pt idx="1031">
                  <c:v>85.921805987240319</c:v>
                </c:pt>
                <c:pt idx="1032">
                  <c:v>85.911990839195155</c:v>
                </c:pt>
                <c:pt idx="1033">
                  <c:v>86.906592507770327</c:v>
                </c:pt>
                <c:pt idx="1034">
                  <c:v>87.3842630459676</c:v>
                </c:pt>
                <c:pt idx="1035">
                  <c:v>86.657942090626534</c:v>
                </c:pt>
                <c:pt idx="1036">
                  <c:v>86.677572386716832</c:v>
                </c:pt>
                <c:pt idx="1037">
                  <c:v>86.677572386716832</c:v>
                </c:pt>
                <c:pt idx="1038">
                  <c:v>86.677572386716832</c:v>
                </c:pt>
                <c:pt idx="1039">
                  <c:v>85.764763618517918</c:v>
                </c:pt>
                <c:pt idx="1040">
                  <c:v>84.263045967610012</c:v>
                </c:pt>
                <c:pt idx="1041">
                  <c:v>83.962048094225423</c:v>
                </c:pt>
                <c:pt idx="1042">
                  <c:v>84.799607394078208</c:v>
                </c:pt>
                <c:pt idx="1043">
                  <c:v>82.623916244070017</c:v>
                </c:pt>
                <c:pt idx="1044">
                  <c:v>82.623916244070017</c:v>
                </c:pt>
                <c:pt idx="1045">
                  <c:v>82.623916244070017</c:v>
                </c:pt>
                <c:pt idx="1046">
                  <c:v>80.788483559627039</c:v>
                </c:pt>
                <c:pt idx="1047">
                  <c:v>80.775396695566826</c:v>
                </c:pt>
                <c:pt idx="1048">
                  <c:v>80.314084737444787</c:v>
                </c:pt>
                <c:pt idx="1049">
                  <c:v>81.756911500081799</c:v>
                </c:pt>
                <c:pt idx="1050">
                  <c:v>80.101423196466556</c:v>
                </c:pt>
                <c:pt idx="1051">
                  <c:v>80.101423196466556</c:v>
                </c:pt>
                <c:pt idx="1052">
                  <c:v>80.101423196466556</c:v>
                </c:pt>
                <c:pt idx="1053">
                  <c:v>79.025028627515141</c:v>
                </c:pt>
                <c:pt idx="1054">
                  <c:v>80.575822018648793</c:v>
                </c:pt>
                <c:pt idx="1055">
                  <c:v>78.426304596761014</c:v>
                </c:pt>
                <c:pt idx="1056">
                  <c:v>78.089317847210864</c:v>
                </c:pt>
                <c:pt idx="1057">
                  <c:v>80.157042368722401</c:v>
                </c:pt>
                <c:pt idx="1058">
                  <c:v>80.157042368722401</c:v>
                </c:pt>
                <c:pt idx="1059">
                  <c:v>80.157042368722401</c:v>
                </c:pt>
                <c:pt idx="1060">
                  <c:v>81.197448061508268</c:v>
                </c:pt>
                <c:pt idx="1061">
                  <c:v>80.817929003762472</c:v>
                </c:pt>
                <c:pt idx="1062">
                  <c:v>81.50498936692297</c:v>
                </c:pt>
                <c:pt idx="1063">
                  <c:v>81.809258956322608</c:v>
                </c:pt>
                <c:pt idx="1064">
                  <c:v>80.356617045640448</c:v>
                </c:pt>
                <c:pt idx="1065">
                  <c:v>80.356617045640448</c:v>
                </c:pt>
                <c:pt idx="1066">
                  <c:v>80.356617045640448</c:v>
                </c:pt>
                <c:pt idx="1067">
                  <c:v>80.883363324063467</c:v>
                </c:pt>
                <c:pt idx="1068">
                  <c:v>81.033862260755768</c:v>
                </c:pt>
                <c:pt idx="1069">
                  <c:v>81.554065107148716</c:v>
                </c:pt>
                <c:pt idx="1070">
                  <c:v>83.189923114673661</c:v>
                </c:pt>
                <c:pt idx="1071">
                  <c:v>83.494192704073285</c:v>
                </c:pt>
                <c:pt idx="1072">
                  <c:v>83.494192704073285</c:v>
                </c:pt>
                <c:pt idx="1073">
                  <c:v>83.494192704073285</c:v>
                </c:pt>
                <c:pt idx="1074">
                  <c:v>83.710125961066595</c:v>
                </c:pt>
                <c:pt idx="1075">
                  <c:v>83.209553410763959</c:v>
                </c:pt>
                <c:pt idx="1076">
                  <c:v>84.429903484377562</c:v>
                </c:pt>
                <c:pt idx="1077">
                  <c:v>85.947979715360717</c:v>
                </c:pt>
                <c:pt idx="1078">
                  <c:v>85.637166693930979</c:v>
                </c:pt>
                <c:pt idx="1079">
                  <c:v>85.637166693930979</c:v>
                </c:pt>
                <c:pt idx="1080">
                  <c:v>85.637166693930979</c:v>
                </c:pt>
                <c:pt idx="1081">
                  <c:v>86.59250777032554</c:v>
                </c:pt>
                <c:pt idx="1082">
                  <c:v>87.377719613937515</c:v>
                </c:pt>
                <c:pt idx="1083">
                  <c:v>87.485686242434156</c:v>
                </c:pt>
                <c:pt idx="1084">
                  <c:v>87.43661050220841</c:v>
                </c:pt>
                <c:pt idx="1085">
                  <c:v>88.005889088827089</c:v>
                </c:pt>
                <c:pt idx="1086">
                  <c:v>88.005889088827089</c:v>
                </c:pt>
                <c:pt idx="1087">
                  <c:v>88.005889088827089</c:v>
                </c:pt>
                <c:pt idx="1088">
                  <c:v>89.115000817929015</c:v>
                </c:pt>
                <c:pt idx="1089">
                  <c:v>87.786684115818744</c:v>
                </c:pt>
                <c:pt idx="1090">
                  <c:v>87.685260919352203</c:v>
                </c:pt>
                <c:pt idx="1091">
                  <c:v>87.963356780631457</c:v>
                </c:pt>
                <c:pt idx="1092">
                  <c:v>88.11712743333878</c:v>
                </c:pt>
                <c:pt idx="1093">
                  <c:v>88.11712743333878</c:v>
                </c:pt>
                <c:pt idx="1094">
                  <c:v>88.11712743333878</c:v>
                </c:pt>
                <c:pt idx="1095">
                  <c:v>86.775723867168338</c:v>
                </c:pt>
                <c:pt idx="1096">
                  <c:v>85.908719123180106</c:v>
                </c:pt>
                <c:pt idx="1097">
                  <c:v>85.535743497464424</c:v>
                </c:pt>
                <c:pt idx="1098">
                  <c:v>85.159496155733692</c:v>
                </c:pt>
                <c:pt idx="1099">
                  <c:v>85.725503026337307</c:v>
                </c:pt>
                <c:pt idx="1100">
                  <c:v>85.725503026337307</c:v>
                </c:pt>
                <c:pt idx="1101">
                  <c:v>85.725503026337307</c:v>
                </c:pt>
                <c:pt idx="1102">
                  <c:v>86.376574513332244</c:v>
                </c:pt>
                <c:pt idx="1103">
                  <c:v>84.927204318665133</c:v>
                </c:pt>
                <c:pt idx="1104">
                  <c:v>82.87583837722886</c:v>
                </c:pt>
                <c:pt idx="1105">
                  <c:v>82.954359561590067</c:v>
                </c:pt>
                <c:pt idx="1106">
                  <c:v>83.497464420088335</c:v>
                </c:pt>
                <c:pt idx="1107">
                  <c:v>83.497464420088335</c:v>
                </c:pt>
                <c:pt idx="1108">
                  <c:v>83.497464420088335</c:v>
                </c:pt>
                <c:pt idx="1109">
                  <c:v>83.608702764600039</c:v>
                </c:pt>
                <c:pt idx="1110">
                  <c:v>82.627187960085067</c:v>
                </c:pt>
                <c:pt idx="1111">
                  <c:v>82.424341567151984</c:v>
                </c:pt>
                <c:pt idx="1112">
                  <c:v>83.31424832324555</c:v>
                </c:pt>
                <c:pt idx="1113">
                  <c:v>84.632749877310658</c:v>
                </c:pt>
                <c:pt idx="1114">
                  <c:v>84.632749877310658</c:v>
                </c:pt>
                <c:pt idx="1115">
                  <c:v>84.632749877310658</c:v>
                </c:pt>
                <c:pt idx="1116">
                  <c:v>84.246687387534763</c:v>
                </c:pt>
                <c:pt idx="1117">
                  <c:v>85.215115327989537</c:v>
                </c:pt>
                <c:pt idx="1118">
                  <c:v>85.476852609193514</c:v>
                </c:pt>
                <c:pt idx="1119">
                  <c:v>85.391787992802222</c:v>
                </c:pt>
                <c:pt idx="1120">
                  <c:v>85.473580893178479</c:v>
                </c:pt>
                <c:pt idx="1121">
                  <c:v>85.473580893178479</c:v>
                </c:pt>
                <c:pt idx="1122">
                  <c:v>85.473580893178479</c:v>
                </c:pt>
                <c:pt idx="1123">
                  <c:v>86.386389661377407</c:v>
                </c:pt>
                <c:pt idx="1124">
                  <c:v>86.222803860624907</c:v>
                </c:pt>
                <c:pt idx="1125">
                  <c:v>86.667757238671683</c:v>
                </c:pt>
                <c:pt idx="1126">
                  <c:v>86.487812857843949</c:v>
                </c:pt>
                <c:pt idx="1127">
                  <c:v>86.814984459348949</c:v>
                </c:pt>
                <c:pt idx="1128">
                  <c:v>86.814984459348949</c:v>
                </c:pt>
                <c:pt idx="1129">
                  <c:v>86.814984459348949</c:v>
                </c:pt>
                <c:pt idx="1130">
                  <c:v>86.900049075740242</c:v>
                </c:pt>
                <c:pt idx="1131">
                  <c:v>86.671028954686747</c:v>
                </c:pt>
                <c:pt idx="1132">
                  <c:v>85.368885980696888</c:v>
                </c:pt>
                <c:pt idx="1133">
                  <c:v>84.583674137084898</c:v>
                </c:pt>
                <c:pt idx="1134">
                  <c:v>85.375429412726973</c:v>
                </c:pt>
                <c:pt idx="1135">
                  <c:v>85.375429412726973</c:v>
                </c:pt>
                <c:pt idx="1136">
                  <c:v>85.375429412726973</c:v>
                </c:pt>
                <c:pt idx="1137">
                  <c:v>86.579420906265341</c:v>
                </c:pt>
                <c:pt idx="1138">
                  <c:v>87.714706363487664</c:v>
                </c:pt>
                <c:pt idx="1139">
                  <c:v>87.256666121380661</c:v>
                </c:pt>
                <c:pt idx="1140">
                  <c:v>88.660232291837076</c:v>
                </c:pt>
                <c:pt idx="1141">
                  <c:v>88.215278913790286</c:v>
                </c:pt>
                <c:pt idx="1142">
                  <c:v>88.215278913790286</c:v>
                </c:pt>
                <c:pt idx="1143">
                  <c:v>88.215278913790286</c:v>
                </c:pt>
                <c:pt idx="1144">
                  <c:v>87.737608375593013</c:v>
                </c:pt>
                <c:pt idx="1145">
                  <c:v>88.244724357925747</c:v>
                </c:pt>
                <c:pt idx="1146">
                  <c:v>87.704891215442501</c:v>
                </c:pt>
                <c:pt idx="1147">
                  <c:v>87.282839849501059</c:v>
                </c:pt>
                <c:pt idx="1148">
                  <c:v>87.881563880255214</c:v>
                </c:pt>
                <c:pt idx="1149">
                  <c:v>87.881563880255214</c:v>
                </c:pt>
                <c:pt idx="1150">
                  <c:v>87.881563880255214</c:v>
                </c:pt>
                <c:pt idx="1151">
                  <c:v>87.292654997546208</c:v>
                </c:pt>
                <c:pt idx="1152">
                  <c:v>86.684115818746932</c:v>
                </c:pt>
                <c:pt idx="1153">
                  <c:v>86.661213806641584</c:v>
                </c:pt>
                <c:pt idx="1154">
                  <c:v>86.700474398822195</c:v>
                </c:pt>
                <c:pt idx="1155">
                  <c:v>87.109438900703424</c:v>
                </c:pt>
                <c:pt idx="1156">
                  <c:v>87.109438900703424</c:v>
                </c:pt>
                <c:pt idx="1157">
                  <c:v>87.109438900703424</c:v>
                </c:pt>
                <c:pt idx="1158">
                  <c:v>87.469327662358921</c:v>
                </c:pt>
                <c:pt idx="1159">
                  <c:v>87.223948961230178</c:v>
                </c:pt>
                <c:pt idx="1160">
                  <c:v>87.551120562735179</c:v>
                </c:pt>
                <c:pt idx="1161">
                  <c:v>87.240307541305413</c:v>
                </c:pt>
                <c:pt idx="1162">
                  <c:v>86.687387534761982</c:v>
                </c:pt>
                <c:pt idx="1163">
                  <c:v>86.687387534761982</c:v>
                </c:pt>
                <c:pt idx="1164">
                  <c:v>86.687387534761982</c:v>
                </c:pt>
                <c:pt idx="1165">
                  <c:v>84.907574022574835</c:v>
                </c:pt>
                <c:pt idx="1166">
                  <c:v>84.38409946016688</c:v>
                </c:pt>
                <c:pt idx="1167">
                  <c:v>85.414690004907584</c:v>
                </c:pt>
                <c:pt idx="1168">
                  <c:v>85.152952723703578</c:v>
                </c:pt>
                <c:pt idx="1169">
                  <c:v>86.281694748895816</c:v>
                </c:pt>
                <c:pt idx="1170">
                  <c:v>86.281694748895816</c:v>
                </c:pt>
                <c:pt idx="1171">
                  <c:v>86.281694748895816</c:v>
                </c:pt>
                <c:pt idx="1172">
                  <c:v>86.150826108293813</c:v>
                </c:pt>
                <c:pt idx="1173">
                  <c:v>86.497628005889098</c:v>
                </c:pt>
                <c:pt idx="1174">
                  <c:v>86.628496646491087</c:v>
                </c:pt>
                <c:pt idx="1175">
                  <c:v>87.780140683788659</c:v>
                </c:pt>
                <c:pt idx="1176">
                  <c:v>87.521675118599703</c:v>
                </c:pt>
                <c:pt idx="1177">
                  <c:v>87.521675118599703</c:v>
                </c:pt>
                <c:pt idx="1178">
                  <c:v>87.521675118599703</c:v>
                </c:pt>
                <c:pt idx="1179">
                  <c:v>88.274169802061181</c:v>
                </c:pt>
                <c:pt idx="1180">
                  <c:v>88.238180925895634</c:v>
                </c:pt>
                <c:pt idx="1181">
                  <c:v>88.355962702437438</c:v>
                </c:pt>
                <c:pt idx="1182">
                  <c:v>88.997219041387211</c:v>
                </c:pt>
                <c:pt idx="1183">
                  <c:v>89.576312776051054</c:v>
                </c:pt>
                <c:pt idx="1184">
                  <c:v>89.576312776051054</c:v>
                </c:pt>
                <c:pt idx="1185">
                  <c:v>89.576312776051054</c:v>
                </c:pt>
                <c:pt idx="1186">
                  <c:v>90.201210534925565</c:v>
                </c:pt>
                <c:pt idx="1187">
                  <c:v>90.407328643873711</c:v>
                </c:pt>
                <c:pt idx="1188">
                  <c:v>90.407328643873711</c:v>
                </c:pt>
                <c:pt idx="1189">
                  <c:v>90.407328643873711</c:v>
                </c:pt>
                <c:pt idx="1190">
                  <c:v>89.952560117781786</c:v>
                </c:pt>
                <c:pt idx="1191">
                  <c:v>89.952560117781786</c:v>
                </c:pt>
                <c:pt idx="1192">
                  <c:v>89.952560117781786</c:v>
                </c:pt>
                <c:pt idx="1193">
                  <c:v>89.131359398004264</c:v>
                </c:pt>
                <c:pt idx="1194">
                  <c:v>89.402911827253391</c:v>
                </c:pt>
                <c:pt idx="1195">
                  <c:v>89.402911827253391</c:v>
                </c:pt>
                <c:pt idx="1196">
                  <c:v>90.440045804024223</c:v>
                </c:pt>
                <c:pt idx="1197">
                  <c:v>90.031081302142979</c:v>
                </c:pt>
                <c:pt idx="1198">
                  <c:v>90.031081302142979</c:v>
                </c:pt>
                <c:pt idx="1199">
                  <c:v>90.031081302142979</c:v>
                </c:pt>
                <c:pt idx="1200">
                  <c:v>89.2916734827417</c:v>
                </c:pt>
                <c:pt idx="1201">
                  <c:v>90.714869949288399</c:v>
                </c:pt>
                <c:pt idx="1202">
                  <c:v>91.133649599214792</c:v>
                </c:pt>
                <c:pt idx="1203">
                  <c:v>91.644037297562591</c:v>
                </c:pt>
                <c:pt idx="1204">
                  <c:v>92.380173400948806</c:v>
                </c:pt>
                <c:pt idx="1205">
                  <c:v>92.380173400948806</c:v>
                </c:pt>
                <c:pt idx="1206">
                  <c:v>92.380173400948806</c:v>
                </c:pt>
                <c:pt idx="1207">
                  <c:v>91.994110911172925</c:v>
                </c:pt>
                <c:pt idx="1208">
                  <c:v>92.190413872075908</c:v>
                </c:pt>
                <c:pt idx="1209">
                  <c:v>91.500081792900389</c:v>
                </c:pt>
                <c:pt idx="1210">
                  <c:v>92.177327008015723</c:v>
                </c:pt>
                <c:pt idx="1211">
                  <c:v>92.200229020121057</c:v>
                </c:pt>
                <c:pt idx="1212">
                  <c:v>92.200229020121057</c:v>
                </c:pt>
                <c:pt idx="1213">
                  <c:v>92.200229020121057</c:v>
                </c:pt>
                <c:pt idx="1214">
                  <c:v>91.92867659087193</c:v>
                </c:pt>
                <c:pt idx="1215">
                  <c:v>91.873057418616071</c:v>
                </c:pt>
                <c:pt idx="1216">
                  <c:v>91.522983805005737</c:v>
                </c:pt>
                <c:pt idx="1217">
                  <c:v>90.898086046131198</c:v>
                </c:pt>
                <c:pt idx="1218">
                  <c:v>90.737771961393747</c:v>
                </c:pt>
                <c:pt idx="1219">
                  <c:v>90.737771961393747</c:v>
                </c:pt>
                <c:pt idx="1220">
                  <c:v>90.737771961393747</c:v>
                </c:pt>
                <c:pt idx="1221">
                  <c:v>89.186978570260109</c:v>
                </c:pt>
                <c:pt idx="1222">
                  <c:v>89.946016685751687</c:v>
                </c:pt>
                <c:pt idx="1223">
                  <c:v>89.294945198756764</c:v>
                </c:pt>
                <c:pt idx="1224">
                  <c:v>88.261082938000982</c:v>
                </c:pt>
                <c:pt idx="1225">
                  <c:v>86.399476525437592</c:v>
                </c:pt>
                <c:pt idx="1226">
                  <c:v>86.399476525437592</c:v>
                </c:pt>
                <c:pt idx="1227">
                  <c:v>86.399476525437592</c:v>
                </c:pt>
                <c:pt idx="1228">
                  <c:v>86.693930966792095</c:v>
                </c:pt>
                <c:pt idx="1229">
                  <c:v>88.735481760183234</c:v>
                </c:pt>
                <c:pt idx="1230">
                  <c:v>90.197938818910529</c:v>
                </c:pt>
                <c:pt idx="1231">
                  <c:v>91.012596106657952</c:v>
                </c:pt>
                <c:pt idx="1232">
                  <c:v>91.133649599214792</c:v>
                </c:pt>
                <c:pt idx="1233">
                  <c:v>91.133649599214792</c:v>
                </c:pt>
                <c:pt idx="1234">
                  <c:v>91.133649599214792</c:v>
                </c:pt>
                <c:pt idx="1235">
                  <c:v>91.185997055455587</c:v>
                </c:pt>
                <c:pt idx="1236">
                  <c:v>91.477179780795041</c:v>
                </c:pt>
                <c:pt idx="1237">
                  <c:v>91.87960085064617</c:v>
                </c:pt>
                <c:pt idx="1238">
                  <c:v>91.850155406510723</c:v>
                </c:pt>
                <c:pt idx="1239">
                  <c:v>91.140193031244891</c:v>
                </c:pt>
                <c:pt idx="1240">
                  <c:v>91.140193031244891</c:v>
                </c:pt>
                <c:pt idx="1241">
                  <c:v>91.140193031244891</c:v>
                </c:pt>
                <c:pt idx="1242">
                  <c:v>91.451006052674629</c:v>
                </c:pt>
                <c:pt idx="1243">
                  <c:v>91.454277768689678</c:v>
                </c:pt>
                <c:pt idx="1244">
                  <c:v>92.380173400948806</c:v>
                </c:pt>
                <c:pt idx="1245">
                  <c:v>91.434647472599394</c:v>
                </c:pt>
                <c:pt idx="1246">
                  <c:v>90.580729592671375</c:v>
                </c:pt>
                <c:pt idx="1247">
                  <c:v>90.580729592671375</c:v>
                </c:pt>
                <c:pt idx="1248">
                  <c:v>90.580729592671375</c:v>
                </c:pt>
                <c:pt idx="1249">
                  <c:v>86.42237853754294</c:v>
                </c:pt>
                <c:pt idx="1250">
                  <c:v>84.989366922951092</c:v>
                </c:pt>
                <c:pt idx="1251">
                  <c:v>86.078848355962705</c:v>
                </c:pt>
                <c:pt idx="1252">
                  <c:v>81.78962866023231</c:v>
                </c:pt>
                <c:pt idx="1253">
                  <c:v>79.60412236217897</c:v>
                </c:pt>
                <c:pt idx="1254">
                  <c:v>79.60412236217897</c:v>
                </c:pt>
                <c:pt idx="1255">
                  <c:v>79.60412236217897</c:v>
                </c:pt>
                <c:pt idx="1256">
                  <c:v>80.193031244887962</c:v>
                </c:pt>
                <c:pt idx="1257">
                  <c:v>79.113364959921483</c:v>
                </c:pt>
                <c:pt idx="1258">
                  <c:v>79.738262718796022</c:v>
                </c:pt>
                <c:pt idx="1259">
                  <c:v>77.17650907901195</c:v>
                </c:pt>
                <c:pt idx="1260">
                  <c:v>74.0193031244888</c:v>
                </c:pt>
                <c:pt idx="1261">
                  <c:v>74.0193031244888</c:v>
                </c:pt>
                <c:pt idx="1262">
                  <c:v>74.0193031244888</c:v>
                </c:pt>
                <c:pt idx="1263">
                  <c:v>63.500736136103399</c:v>
                </c:pt>
                <c:pt idx="1264">
                  <c:v>63.76574513332244</c:v>
                </c:pt>
                <c:pt idx="1265">
                  <c:v>63.35350891542614</c:v>
                </c:pt>
                <c:pt idx="1266">
                  <c:v>56.057582201864889</c:v>
                </c:pt>
                <c:pt idx="1267">
                  <c:v>59.034843775560283</c:v>
                </c:pt>
                <c:pt idx="1268">
                  <c:v>59.034843775560283</c:v>
                </c:pt>
                <c:pt idx="1269">
                  <c:v>59.034843775560283</c:v>
                </c:pt>
                <c:pt idx="1270">
                  <c:v>55.059708817274668</c:v>
                </c:pt>
                <c:pt idx="1271">
                  <c:v>57.621462457058733</c:v>
                </c:pt>
                <c:pt idx="1272">
                  <c:v>55.458858171110748</c:v>
                </c:pt>
                <c:pt idx="1273">
                  <c:v>56.708653688859812</c:v>
                </c:pt>
                <c:pt idx="1274">
                  <c:v>56.757729429085558</c:v>
                </c:pt>
                <c:pt idx="1275">
                  <c:v>56.757729429085558</c:v>
                </c:pt>
                <c:pt idx="1276">
                  <c:v>56.757729429085558</c:v>
                </c:pt>
                <c:pt idx="1277">
                  <c:v>55.134958285620819</c:v>
                </c:pt>
                <c:pt idx="1278">
                  <c:v>61.109111729101919</c:v>
                </c:pt>
                <c:pt idx="1279">
                  <c:v>63.752658269262241</c:v>
                </c:pt>
                <c:pt idx="1280">
                  <c:v>64.28267626370031</c:v>
                </c:pt>
                <c:pt idx="1281">
                  <c:v>60.827744151807629</c:v>
                </c:pt>
                <c:pt idx="1282">
                  <c:v>60.827744151807629</c:v>
                </c:pt>
                <c:pt idx="1283">
                  <c:v>60.827744151807629</c:v>
                </c:pt>
                <c:pt idx="1284">
                  <c:v>60.232291837068544</c:v>
                </c:pt>
                <c:pt idx="1285">
                  <c:v>61.164730901357764</c:v>
                </c:pt>
                <c:pt idx="1286">
                  <c:v>59.51578602977262</c:v>
                </c:pt>
                <c:pt idx="1287">
                  <c:v>61.203991493538368</c:v>
                </c:pt>
                <c:pt idx="1288">
                  <c:v>60.768853263536741</c:v>
                </c:pt>
                <c:pt idx="1289">
                  <c:v>60.768853263536741</c:v>
                </c:pt>
                <c:pt idx="1290">
                  <c:v>60.768853263536741</c:v>
                </c:pt>
                <c:pt idx="1291">
                  <c:v>63.445116963847539</c:v>
                </c:pt>
                <c:pt idx="1292">
                  <c:v>64.210698511369216</c:v>
                </c:pt>
                <c:pt idx="1293">
                  <c:v>65.372157696711923</c:v>
                </c:pt>
                <c:pt idx="1294">
                  <c:v>66.455095697693451</c:v>
                </c:pt>
                <c:pt idx="1295">
                  <c:v>66.455095697693451</c:v>
                </c:pt>
                <c:pt idx="1296">
                  <c:v>66.455095697693451</c:v>
                </c:pt>
                <c:pt idx="1297">
                  <c:v>66.455095697693451</c:v>
                </c:pt>
                <c:pt idx="1298">
                  <c:v>66.455095697693451</c:v>
                </c:pt>
                <c:pt idx="1299">
                  <c:v>67.495501390479319</c:v>
                </c:pt>
                <c:pt idx="1300">
                  <c:v>64.416816620317348</c:v>
                </c:pt>
                <c:pt idx="1301">
                  <c:v>64.757075085882548</c:v>
                </c:pt>
                <c:pt idx="1302">
                  <c:v>66.635040078521186</c:v>
                </c:pt>
                <c:pt idx="1303">
                  <c:v>66.635040078521186</c:v>
                </c:pt>
                <c:pt idx="1304">
                  <c:v>66.635040078521186</c:v>
                </c:pt>
                <c:pt idx="1305">
                  <c:v>66.530345166039595</c:v>
                </c:pt>
                <c:pt idx="1306">
                  <c:v>64.413544904302313</c:v>
                </c:pt>
                <c:pt idx="1307">
                  <c:v>66.824799607394084</c:v>
                </c:pt>
                <c:pt idx="1308">
                  <c:v>68.274169802061195</c:v>
                </c:pt>
                <c:pt idx="1309">
                  <c:v>67.973171928676592</c:v>
                </c:pt>
                <c:pt idx="1310">
                  <c:v>67.973171928676592</c:v>
                </c:pt>
                <c:pt idx="1311">
                  <c:v>67.973171928676592</c:v>
                </c:pt>
                <c:pt idx="1312">
                  <c:v>68.961230165221664</c:v>
                </c:pt>
                <c:pt idx="1313">
                  <c:v>70.299362015377071</c:v>
                </c:pt>
                <c:pt idx="1314">
                  <c:v>73.237362996891875</c:v>
                </c:pt>
                <c:pt idx="1315">
                  <c:v>71.15327989530509</c:v>
                </c:pt>
                <c:pt idx="1316">
                  <c:v>71.15327989530509</c:v>
                </c:pt>
                <c:pt idx="1317">
                  <c:v>71.15327989530509</c:v>
                </c:pt>
                <c:pt idx="1318">
                  <c:v>71.15327989530509</c:v>
                </c:pt>
                <c:pt idx="1319">
                  <c:v>68.182561753639789</c:v>
                </c:pt>
                <c:pt idx="1320">
                  <c:v>69.690822836577794</c:v>
                </c:pt>
                <c:pt idx="1321">
                  <c:v>68.856535252740073</c:v>
                </c:pt>
                <c:pt idx="1322">
                  <c:v>70.273188287256673</c:v>
                </c:pt>
                <c:pt idx="1323">
                  <c:v>72.026828071323408</c:v>
                </c:pt>
                <c:pt idx="1324">
                  <c:v>72.026828071323408</c:v>
                </c:pt>
                <c:pt idx="1325">
                  <c:v>72.026828071323408</c:v>
                </c:pt>
                <c:pt idx="1326">
                  <c:v>72.085718959594317</c:v>
                </c:pt>
                <c:pt idx="1327">
                  <c:v>71.117291019139543</c:v>
                </c:pt>
                <c:pt idx="1328">
                  <c:v>69.137902830034363</c:v>
                </c:pt>
                <c:pt idx="1329">
                  <c:v>68.771470636348766</c:v>
                </c:pt>
                <c:pt idx="1330">
                  <c:v>69.422542123343703</c:v>
                </c:pt>
                <c:pt idx="1331">
                  <c:v>69.422542123343703</c:v>
                </c:pt>
                <c:pt idx="1332">
                  <c:v>69.422542123343703</c:v>
                </c:pt>
                <c:pt idx="1333">
                  <c:v>73.342057909373466</c:v>
                </c:pt>
                <c:pt idx="1334">
                  <c:v>71.542614101096021</c:v>
                </c:pt>
                <c:pt idx="1335">
                  <c:v>72.916734827416988</c:v>
                </c:pt>
                <c:pt idx="1336">
                  <c:v>72.318010796662861</c:v>
                </c:pt>
                <c:pt idx="1337">
                  <c:v>72.484868313430411</c:v>
                </c:pt>
                <c:pt idx="1338">
                  <c:v>72.484868313430411</c:v>
                </c:pt>
                <c:pt idx="1339">
                  <c:v>72.484868313430411</c:v>
                </c:pt>
                <c:pt idx="1340">
                  <c:v>72.913463111401938</c:v>
                </c:pt>
                <c:pt idx="1341">
                  <c:v>73.495828562080817</c:v>
                </c:pt>
                <c:pt idx="1342">
                  <c:v>73.705218387044013</c:v>
                </c:pt>
                <c:pt idx="1343">
                  <c:v>73.57762146245706</c:v>
                </c:pt>
                <c:pt idx="1344">
                  <c:v>72.792409618845085</c:v>
                </c:pt>
                <c:pt idx="1345">
                  <c:v>72.792409618845085</c:v>
                </c:pt>
                <c:pt idx="1346">
                  <c:v>72.792409618845085</c:v>
                </c:pt>
                <c:pt idx="1347">
                  <c:v>74.061835432684447</c:v>
                </c:pt>
                <c:pt idx="1348">
                  <c:v>75.648617699983646</c:v>
                </c:pt>
                <c:pt idx="1349">
                  <c:v>77.179780795027</c:v>
                </c:pt>
                <c:pt idx="1350">
                  <c:v>77.166693930966801</c:v>
                </c:pt>
                <c:pt idx="1351">
                  <c:v>81.518076230983155</c:v>
                </c:pt>
                <c:pt idx="1352">
                  <c:v>81.518076230983155</c:v>
                </c:pt>
                <c:pt idx="1353">
                  <c:v>81.518076230983155</c:v>
                </c:pt>
                <c:pt idx="1354">
                  <c:v>83.353508915426161</c:v>
                </c:pt>
                <c:pt idx="1355">
                  <c:v>80.961884508424674</c:v>
                </c:pt>
                <c:pt idx="1356">
                  <c:v>79.329298216914779</c:v>
                </c:pt>
                <c:pt idx="1357">
                  <c:v>74.107639456895143</c:v>
                </c:pt>
                <c:pt idx="1358">
                  <c:v>75.897268117127439</c:v>
                </c:pt>
                <c:pt idx="1359">
                  <c:v>75.897268117127439</c:v>
                </c:pt>
                <c:pt idx="1360">
                  <c:v>75.897268117127439</c:v>
                </c:pt>
                <c:pt idx="1361">
                  <c:v>76.185179126451828</c:v>
                </c:pt>
                <c:pt idx="1362">
                  <c:v>78.530999509242605</c:v>
                </c:pt>
                <c:pt idx="1363">
                  <c:v>77.804678553901525</c:v>
                </c:pt>
                <c:pt idx="1364">
                  <c:v>100</c:v>
                </c:pt>
                <c:pt idx="1365">
                  <c:v>101.02312603052465</c:v>
                </c:pt>
                <c:pt idx="1366">
                  <c:v>101.02312603052465</c:v>
                </c:pt>
                <c:pt idx="1367">
                  <c:v>101.02312603052465</c:v>
                </c:pt>
                <c:pt idx="1368">
                  <c:v>100.05496131568934</c:v>
                </c:pt>
                <c:pt idx="1369">
                  <c:v>101.42899420792288</c:v>
                </c:pt>
                <c:pt idx="1370">
                  <c:v>97.683169154018529</c:v>
                </c:pt>
                <c:pt idx="1371">
                  <c:v>98.95996279541707</c:v>
                </c:pt>
                <c:pt idx="1372">
                  <c:v>96.579715046717112</c:v>
                </c:pt>
                <c:pt idx="1373">
                  <c:v>96.579715046717112</c:v>
                </c:pt>
                <c:pt idx="1374">
                  <c:v>96.579715046717112</c:v>
                </c:pt>
                <c:pt idx="1375">
                  <c:v>97.915697797319581</c:v>
                </c:pt>
                <c:pt idx="1376">
                  <c:v>97.936836764892405</c:v>
                </c:pt>
                <c:pt idx="1377">
                  <c:v>97.24347862850378</c:v>
                </c:pt>
                <c:pt idx="1378">
                  <c:v>98.892318099184024</c:v>
                </c:pt>
                <c:pt idx="1379">
                  <c:v>98.401894051494523</c:v>
                </c:pt>
                <c:pt idx="1380">
                  <c:v>98.401894051494523</c:v>
                </c:pt>
                <c:pt idx="1381">
                  <c:v>98.401894051494523</c:v>
                </c:pt>
                <c:pt idx="1382">
                  <c:v>99.991544412970867</c:v>
                </c:pt>
                <c:pt idx="1383">
                  <c:v>99.10370777491228</c:v>
                </c:pt>
                <c:pt idx="1384">
                  <c:v>98.089037331416733</c:v>
                </c:pt>
                <c:pt idx="1385">
                  <c:v>96.575487253202553</c:v>
                </c:pt>
                <c:pt idx="1386">
                  <c:v>97.577474316154394</c:v>
                </c:pt>
                <c:pt idx="1387">
                  <c:v>97.577474316154394</c:v>
                </c:pt>
                <c:pt idx="1388">
                  <c:v>97.577474316154394</c:v>
                </c:pt>
                <c:pt idx="1389">
                  <c:v>98.48222212827126</c:v>
                </c:pt>
                <c:pt idx="1390">
                  <c:v>99.188263645203577</c:v>
                </c:pt>
                <c:pt idx="1391">
                  <c:v>101.20492115165096</c:v>
                </c:pt>
                <c:pt idx="1392">
                  <c:v>101.47549993658309</c:v>
                </c:pt>
                <c:pt idx="1393">
                  <c:v>102.60009301145732</c:v>
                </c:pt>
                <c:pt idx="1394">
                  <c:v>102.60009301145732</c:v>
                </c:pt>
                <c:pt idx="1395">
                  <c:v>102.60009301145732</c:v>
                </c:pt>
                <c:pt idx="1396">
                  <c:v>102.66773770769035</c:v>
                </c:pt>
                <c:pt idx="1397">
                  <c:v>103.12011161374879</c:v>
                </c:pt>
                <c:pt idx="1398">
                  <c:v>102.13080793134064</c:v>
                </c:pt>
                <c:pt idx="1399">
                  <c:v>100.72718048450513</c:v>
                </c:pt>
                <c:pt idx="1400">
                  <c:v>99.509575952310485</c:v>
                </c:pt>
                <c:pt idx="1401">
                  <c:v>99.509575952310485</c:v>
                </c:pt>
                <c:pt idx="1402">
                  <c:v>99.509575952310485</c:v>
                </c:pt>
                <c:pt idx="1403">
                  <c:v>98.951507208387952</c:v>
                </c:pt>
                <c:pt idx="1404">
                  <c:v>98.275060246057578</c:v>
                </c:pt>
                <c:pt idx="1405">
                  <c:v>97.027861159260993</c:v>
                </c:pt>
                <c:pt idx="1406">
                  <c:v>94.689891345706684</c:v>
                </c:pt>
                <c:pt idx="1407">
                  <c:v>94.064177905551091</c:v>
                </c:pt>
                <c:pt idx="1408">
                  <c:v>94.064177905551091</c:v>
                </c:pt>
                <c:pt idx="1409">
                  <c:v>94.064177905551091</c:v>
                </c:pt>
                <c:pt idx="1410">
                  <c:v>95.611550331881787</c:v>
                </c:pt>
                <c:pt idx="1411">
                  <c:v>96.947533082484256</c:v>
                </c:pt>
                <c:pt idx="1412">
                  <c:v>97.831141927028284</c:v>
                </c:pt>
                <c:pt idx="1413">
                  <c:v>96.068152031454773</c:v>
                </c:pt>
                <c:pt idx="1414">
                  <c:v>95.594639157823536</c:v>
                </c:pt>
                <c:pt idx="1415">
                  <c:v>95.594639157823536</c:v>
                </c:pt>
                <c:pt idx="1416">
                  <c:v>95.594639157823536</c:v>
                </c:pt>
                <c:pt idx="1417">
                  <c:v>96.647359742950158</c:v>
                </c:pt>
                <c:pt idx="1418">
                  <c:v>97.848053101086535</c:v>
                </c:pt>
                <c:pt idx="1419">
                  <c:v>97.395679195028123</c:v>
                </c:pt>
                <c:pt idx="1420">
                  <c:v>96.482475795882124</c:v>
                </c:pt>
                <c:pt idx="1421">
                  <c:v>95.522766668075931</c:v>
                </c:pt>
                <c:pt idx="1422">
                  <c:v>95.522766668075931</c:v>
                </c:pt>
                <c:pt idx="1423">
                  <c:v>95.522766668075931</c:v>
                </c:pt>
                <c:pt idx="1424">
                  <c:v>95.226821122056407</c:v>
                </c:pt>
                <c:pt idx="1425">
                  <c:v>94.250200820191949</c:v>
                </c:pt>
                <c:pt idx="1426">
                  <c:v>94.94355895658056</c:v>
                </c:pt>
                <c:pt idx="1427">
                  <c:v>93.924660719570454</c:v>
                </c:pt>
                <c:pt idx="1428">
                  <c:v>93.375047562677054</c:v>
                </c:pt>
                <c:pt idx="1429">
                  <c:v>93.375047562677054</c:v>
                </c:pt>
                <c:pt idx="1430">
                  <c:v>93.375047562677054</c:v>
                </c:pt>
                <c:pt idx="1431">
                  <c:v>94.770219422483407</c:v>
                </c:pt>
                <c:pt idx="1432">
                  <c:v>94.947786750095133</c:v>
                </c:pt>
                <c:pt idx="1433">
                  <c:v>95.463577558872032</c:v>
                </c:pt>
                <c:pt idx="1434">
                  <c:v>94.512324018094958</c:v>
                </c:pt>
                <c:pt idx="1435">
                  <c:v>95.049253794444681</c:v>
                </c:pt>
                <c:pt idx="1436">
                  <c:v>95.049253794444681</c:v>
                </c:pt>
                <c:pt idx="1437">
                  <c:v>95.049253794444681</c:v>
                </c:pt>
                <c:pt idx="1438">
                  <c:v>93.446920052424645</c:v>
                </c:pt>
                <c:pt idx="1439">
                  <c:v>92.482983131103879</c:v>
                </c:pt>
                <c:pt idx="1440">
                  <c:v>93.049507462055558</c:v>
                </c:pt>
                <c:pt idx="1441">
                  <c:v>91.459857100579214</c:v>
                </c:pt>
                <c:pt idx="1442">
                  <c:v>91.755802646598738</c:v>
                </c:pt>
                <c:pt idx="1443">
                  <c:v>91.755802646598738</c:v>
                </c:pt>
                <c:pt idx="1444">
                  <c:v>91.755802646598738</c:v>
                </c:pt>
                <c:pt idx="1445">
                  <c:v>91.743119266055047</c:v>
                </c:pt>
                <c:pt idx="1446">
                  <c:v>88.918953198325795</c:v>
                </c:pt>
                <c:pt idx="1447">
                  <c:v>90.698854267957557</c:v>
                </c:pt>
                <c:pt idx="1448">
                  <c:v>90.233796981355425</c:v>
                </c:pt>
                <c:pt idx="1449">
                  <c:v>89.730689553122232</c:v>
                </c:pt>
                <c:pt idx="1450">
                  <c:v>89.730689553122232</c:v>
                </c:pt>
                <c:pt idx="1451">
                  <c:v>89.730689553122232</c:v>
                </c:pt>
                <c:pt idx="1452">
                  <c:v>90.550881494947788</c:v>
                </c:pt>
                <c:pt idx="1453">
                  <c:v>90.660804126326468</c:v>
                </c:pt>
                <c:pt idx="1454">
                  <c:v>91.607829873588969</c:v>
                </c:pt>
                <c:pt idx="1455">
                  <c:v>90.817232486365356</c:v>
                </c:pt>
                <c:pt idx="1456">
                  <c:v>89.975901576966976</c:v>
                </c:pt>
                <c:pt idx="1457">
                  <c:v>89.975901576966976</c:v>
                </c:pt>
                <c:pt idx="1458">
                  <c:v>89.975901576966976</c:v>
                </c:pt>
                <c:pt idx="1459">
                  <c:v>86.424555024732584</c:v>
                </c:pt>
                <c:pt idx="1460">
                  <c:v>86.551388830169529</c:v>
                </c:pt>
                <c:pt idx="1461">
                  <c:v>85.245000634169017</c:v>
                </c:pt>
                <c:pt idx="1462">
                  <c:v>85.004016403838833</c:v>
                </c:pt>
                <c:pt idx="1463">
                  <c:v>84.644653955100836</c:v>
                </c:pt>
                <c:pt idx="1464">
                  <c:v>84.644653955100836</c:v>
                </c:pt>
                <c:pt idx="1465">
                  <c:v>84.644653955100836</c:v>
                </c:pt>
                <c:pt idx="1466">
                  <c:v>86.559844417198676</c:v>
                </c:pt>
                <c:pt idx="1467">
                  <c:v>85.646641018052676</c:v>
                </c:pt>
                <c:pt idx="1468">
                  <c:v>85.680463366169192</c:v>
                </c:pt>
                <c:pt idx="1469">
                  <c:v>85.033610958440789</c:v>
                </c:pt>
                <c:pt idx="1470">
                  <c:v>85.080116687100997</c:v>
                </c:pt>
                <c:pt idx="1471">
                  <c:v>85.080116687100997</c:v>
                </c:pt>
                <c:pt idx="1472">
                  <c:v>85.080116687100997</c:v>
                </c:pt>
                <c:pt idx="1473">
                  <c:v>86.20048196846065</c:v>
                </c:pt>
                <c:pt idx="1474">
                  <c:v>87.164418889781416</c:v>
                </c:pt>
                <c:pt idx="1475">
                  <c:v>87.346214010907701</c:v>
                </c:pt>
                <c:pt idx="1476">
                  <c:v>88.724474696655818</c:v>
                </c:pt>
                <c:pt idx="1477">
                  <c:v>88.415845770092588</c:v>
                </c:pt>
                <c:pt idx="1478">
                  <c:v>88.415845770092588</c:v>
                </c:pt>
                <c:pt idx="1479">
                  <c:v>88.415845770092588</c:v>
                </c:pt>
                <c:pt idx="1480">
                  <c:v>87.709804253160286</c:v>
                </c:pt>
                <c:pt idx="1481">
                  <c:v>86.699361603179298</c:v>
                </c:pt>
                <c:pt idx="1482">
                  <c:v>86.551388830169529</c:v>
                </c:pt>
                <c:pt idx="1483">
                  <c:v>85.4521625163827</c:v>
                </c:pt>
                <c:pt idx="1484">
                  <c:v>85.819980552149829</c:v>
                </c:pt>
                <c:pt idx="1485">
                  <c:v>85.819980552149829</c:v>
                </c:pt>
                <c:pt idx="1486">
                  <c:v>85.819980552149829</c:v>
                </c:pt>
                <c:pt idx="1487">
                  <c:v>85.392973407178786</c:v>
                </c:pt>
                <c:pt idx="1488">
                  <c:v>85.769247029975062</c:v>
                </c:pt>
                <c:pt idx="1489">
                  <c:v>84.297974886906516</c:v>
                </c:pt>
                <c:pt idx="1490">
                  <c:v>84.779943347566899</c:v>
                </c:pt>
                <c:pt idx="1491">
                  <c:v>84.906777153003858</c:v>
                </c:pt>
                <c:pt idx="1492">
                  <c:v>84.906777153003858</c:v>
                </c:pt>
                <c:pt idx="1493">
                  <c:v>84.906777153003858</c:v>
                </c:pt>
                <c:pt idx="1494">
                  <c:v>82.94930875576037</c:v>
                </c:pt>
                <c:pt idx="1495">
                  <c:v>81.008751532575147</c:v>
                </c:pt>
                <c:pt idx="1496">
                  <c:v>78.078890626981774</c:v>
                </c:pt>
                <c:pt idx="1497">
                  <c:v>78.05775165940895</c:v>
                </c:pt>
                <c:pt idx="1498">
                  <c:v>78.620048196846071</c:v>
                </c:pt>
                <c:pt idx="1499">
                  <c:v>78.620048196846071</c:v>
                </c:pt>
                <c:pt idx="1500">
                  <c:v>78.620048196846071</c:v>
                </c:pt>
                <c:pt idx="1501">
                  <c:v>80.590199974633236</c:v>
                </c:pt>
                <c:pt idx="1502">
                  <c:v>82.065699911216342</c:v>
                </c:pt>
                <c:pt idx="1503">
                  <c:v>83.761045110556793</c:v>
                </c:pt>
                <c:pt idx="1504">
                  <c:v>84.200735636071528</c:v>
                </c:pt>
                <c:pt idx="1505">
                  <c:v>83.477782945080961</c:v>
                </c:pt>
                <c:pt idx="1506">
                  <c:v>83.477782945080961</c:v>
                </c:pt>
                <c:pt idx="1507">
                  <c:v>83.477782945080961</c:v>
                </c:pt>
                <c:pt idx="1508">
                  <c:v>89.121887287024904</c:v>
                </c:pt>
                <c:pt idx="1509">
                  <c:v>90.800321312307105</c:v>
                </c:pt>
                <c:pt idx="1510">
                  <c:v>91.303428740540312</c:v>
                </c:pt>
                <c:pt idx="1511">
                  <c:v>90.7284488225595</c:v>
                </c:pt>
                <c:pt idx="1512">
                  <c:v>92.778928677123403</c:v>
                </c:pt>
                <c:pt idx="1513">
                  <c:v>92.778928677123403</c:v>
                </c:pt>
                <c:pt idx="1514">
                  <c:v>92.778928677123403</c:v>
                </c:pt>
                <c:pt idx="1515">
                  <c:v>95.721472963260467</c:v>
                </c:pt>
                <c:pt idx="1516">
                  <c:v>95.311376992347689</c:v>
                </c:pt>
                <c:pt idx="1517">
                  <c:v>95.30714919883313</c:v>
                </c:pt>
                <c:pt idx="1518">
                  <c:v>95.425527417240943</c:v>
                </c:pt>
                <c:pt idx="1519">
                  <c:v>96.173846869318908</c:v>
                </c:pt>
                <c:pt idx="1520">
                  <c:v>96.173846869318908</c:v>
                </c:pt>
                <c:pt idx="1521">
                  <c:v>96.173846869318908</c:v>
                </c:pt>
                <c:pt idx="1522">
                  <c:v>98.017164841669143</c:v>
                </c:pt>
                <c:pt idx="1523">
                  <c:v>100.359362448738</c:v>
                </c:pt>
                <c:pt idx="1524">
                  <c:v>100.83287532236926</c:v>
                </c:pt>
                <c:pt idx="1525">
                  <c:v>100.24943981735932</c:v>
                </c:pt>
                <c:pt idx="1526">
                  <c:v>101.6530672641948</c:v>
                </c:pt>
                <c:pt idx="1527">
                  <c:v>101.6530672641948</c:v>
                </c:pt>
                <c:pt idx="1528">
                  <c:v>101.6530672641948</c:v>
                </c:pt>
                <c:pt idx="1529">
                  <c:v>100.98084809537902</c:v>
                </c:pt>
                <c:pt idx="1530">
                  <c:v>102.00820191941827</c:v>
                </c:pt>
                <c:pt idx="1531">
                  <c:v>102.1096689637678</c:v>
                </c:pt>
                <c:pt idx="1532">
                  <c:v>103.33995687650615</c:v>
                </c:pt>
                <c:pt idx="1533">
                  <c:v>105.7328880057498</c:v>
                </c:pt>
                <c:pt idx="1534">
                  <c:v>105.7328880057498</c:v>
                </c:pt>
                <c:pt idx="1535">
                  <c:v>105.7328880057498</c:v>
                </c:pt>
                <c:pt idx="1536">
                  <c:v>104.90424047689511</c:v>
                </c:pt>
                <c:pt idx="1537">
                  <c:v>105.39889231809919</c:v>
                </c:pt>
                <c:pt idx="1538">
                  <c:v>104.48991671246776</c:v>
                </c:pt>
                <c:pt idx="1539">
                  <c:v>104.53219464761341</c:v>
                </c:pt>
                <c:pt idx="1540">
                  <c:v>103.51329641060332</c:v>
                </c:pt>
                <c:pt idx="1541">
                  <c:v>103.51329641060332</c:v>
                </c:pt>
                <c:pt idx="1542">
                  <c:v>103.51329641060332</c:v>
                </c:pt>
                <c:pt idx="1543">
                  <c:v>103.50906861708876</c:v>
                </c:pt>
                <c:pt idx="1544">
                  <c:v>105.28051409969137</c:v>
                </c:pt>
                <c:pt idx="1545">
                  <c:v>104.10095970912781</c:v>
                </c:pt>
                <c:pt idx="1546">
                  <c:v>104.43495539677843</c:v>
                </c:pt>
                <c:pt idx="1547">
                  <c:v>103.63590242252567</c:v>
                </c:pt>
                <c:pt idx="1548">
                  <c:v>103.63590242252567</c:v>
                </c:pt>
                <c:pt idx="1549">
                  <c:v>103.63590242252567</c:v>
                </c:pt>
                <c:pt idx="1550">
                  <c:v>101.03158161755378</c:v>
                </c:pt>
                <c:pt idx="1551">
                  <c:v>101.26411026085486</c:v>
                </c:pt>
                <c:pt idx="1552">
                  <c:v>102.77343254555447</c:v>
                </c:pt>
                <c:pt idx="1553">
                  <c:v>102.34219760706887</c:v>
                </c:pt>
                <c:pt idx="1554">
                  <c:v>102.34219760706887</c:v>
                </c:pt>
                <c:pt idx="1555">
                  <c:v>102.34219760706887</c:v>
                </c:pt>
                <c:pt idx="1556">
                  <c:v>102.34219760706887</c:v>
                </c:pt>
                <c:pt idx="1557">
                  <c:v>101.50509449118505</c:v>
                </c:pt>
                <c:pt idx="1558">
                  <c:v>101.00198706295186</c:v>
                </c:pt>
                <c:pt idx="1559">
                  <c:v>100.98930368240815</c:v>
                </c:pt>
                <c:pt idx="1560">
                  <c:v>100.91320339914598</c:v>
                </c:pt>
                <c:pt idx="1561">
                  <c:v>100.91320339914598</c:v>
                </c:pt>
                <c:pt idx="1562">
                  <c:v>100.91320339914598</c:v>
                </c:pt>
                <c:pt idx="1563">
                  <c:v>100.91320339914598</c:v>
                </c:pt>
                <c:pt idx="1564">
                  <c:v>101.73762313448611</c:v>
                </c:pt>
                <c:pt idx="1565">
                  <c:v>102.58740963091361</c:v>
                </c:pt>
                <c:pt idx="1566">
                  <c:v>105.43271466621572</c:v>
                </c:pt>
                <c:pt idx="1567">
                  <c:v>107.11960427852705</c:v>
                </c:pt>
                <c:pt idx="1568">
                  <c:v>106.70950830761426</c:v>
                </c:pt>
                <c:pt idx="1569">
                  <c:v>106.70950830761426</c:v>
                </c:pt>
                <c:pt idx="1570">
                  <c:v>106.70950830761426</c:v>
                </c:pt>
                <c:pt idx="1571">
                  <c:v>106.8236587325075</c:v>
                </c:pt>
                <c:pt idx="1572">
                  <c:v>108.14695810256627</c:v>
                </c:pt>
                <c:pt idx="1573">
                  <c:v>107.41977761806115</c:v>
                </c:pt>
                <c:pt idx="1574">
                  <c:v>107.71995095759523</c:v>
                </c:pt>
                <c:pt idx="1575">
                  <c:v>106.333234684818</c:v>
                </c:pt>
                <c:pt idx="1576">
                  <c:v>106.333234684818</c:v>
                </c:pt>
                <c:pt idx="1577">
                  <c:v>106.333234684818</c:v>
                </c:pt>
                <c:pt idx="1578">
                  <c:v>106.85748108062403</c:v>
                </c:pt>
                <c:pt idx="1579">
                  <c:v>107.17456559421639</c:v>
                </c:pt>
                <c:pt idx="1580">
                  <c:v>108.88682196761511</c:v>
                </c:pt>
                <c:pt idx="1581">
                  <c:v>107.94825180738172</c:v>
                </c:pt>
                <c:pt idx="1582">
                  <c:v>106.42624614213841</c:v>
                </c:pt>
                <c:pt idx="1583">
                  <c:v>106.42624614213841</c:v>
                </c:pt>
                <c:pt idx="1584">
                  <c:v>106.42624614213841</c:v>
                </c:pt>
                <c:pt idx="1585">
                  <c:v>106.48543525134232</c:v>
                </c:pt>
                <c:pt idx="1586">
                  <c:v>108.00744091658562</c:v>
                </c:pt>
                <c:pt idx="1587">
                  <c:v>107.36481630237178</c:v>
                </c:pt>
                <c:pt idx="1588">
                  <c:v>107.2675770515368</c:v>
                </c:pt>
                <c:pt idx="1589">
                  <c:v>106.19794529235192</c:v>
                </c:pt>
                <c:pt idx="1590">
                  <c:v>106.19794529235192</c:v>
                </c:pt>
                <c:pt idx="1591">
                  <c:v>106.19794529235192</c:v>
                </c:pt>
                <c:pt idx="1592">
                  <c:v>107.13651545258529</c:v>
                </c:pt>
                <c:pt idx="1593">
                  <c:v>108.36257557180909</c:v>
                </c:pt>
                <c:pt idx="1594">
                  <c:v>110.16361560901365</c:v>
                </c:pt>
                <c:pt idx="1595">
                  <c:v>111.86741639538327</c:v>
                </c:pt>
                <c:pt idx="1596">
                  <c:v>114.21384179596667</c:v>
                </c:pt>
                <c:pt idx="1597">
                  <c:v>114.21384179596667</c:v>
                </c:pt>
                <c:pt idx="1598">
                  <c:v>114.21384179596667</c:v>
                </c:pt>
                <c:pt idx="1599">
                  <c:v>118.58538029002663</c:v>
                </c:pt>
                <c:pt idx="1600">
                  <c:v>116.53490043546273</c:v>
                </c:pt>
                <c:pt idx="1601">
                  <c:v>115.5202299919672</c:v>
                </c:pt>
                <c:pt idx="1602">
                  <c:v>115.28770134866613</c:v>
                </c:pt>
                <c:pt idx="1603">
                  <c:v>116.12480446454995</c:v>
                </c:pt>
                <c:pt idx="1604">
                  <c:v>116.12480446454995</c:v>
                </c:pt>
                <c:pt idx="1605">
                  <c:v>116.12480446454995</c:v>
                </c:pt>
                <c:pt idx="1606">
                  <c:v>117.35086458377373</c:v>
                </c:pt>
                <c:pt idx="1607">
                  <c:v>117.85819980552148</c:v>
                </c:pt>
                <c:pt idx="1608">
                  <c:v>116.50107808734622</c:v>
                </c:pt>
                <c:pt idx="1609">
                  <c:v>113.84179596668498</c:v>
                </c:pt>
                <c:pt idx="1610">
                  <c:v>115.2073732718894</c:v>
                </c:pt>
                <c:pt idx="1611">
                  <c:v>115.2073732718894</c:v>
                </c:pt>
                <c:pt idx="1612">
                  <c:v>115.2073732718894</c:v>
                </c:pt>
                <c:pt idx="1613">
                  <c:v>114.43368705872405</c:v>
                </c:pt>
                <c:pt idx="1614">
                  <c:v>114.13351371918993</c:v>
                </c:pt>
                <c:pt idx="1615">
                  <c:v>115.76544201581194</c:v>
                </c:pt>
                <c:pt idx="1616">
                  <c:v>114.08278019701517</c:v>
                </c:pt>
                <c:pt idx="1617">
                  <c:v>112.69183613072337</c:v>
                </c:pt>
                <c:pt idx="1618">
                  <c:v>112.69183613072337</c:v>
                </c:pt>
                <c:pt idx="1619">
                  <c:v>112.69183613072337</c:v>
                </c:pt>
                <c:pt idx="1620">
                  <c:v>114.53515410307362</c:v>
                </c:pt>
                <c:pt idx="1621">
                  <c:v>113.62195070392762</c:v>
                </c:pt>
                <c:pt idx="1622">
                  <c:v>113.60081173635479</c:v>
                </c:pt>
                <c:pt idx="1623">
                  <c:v>112.42971293282037</c:v>
                </c:pt>
                <c:pt idx="1624">
                  <c:v>114.58588762524838</c:v>
                </c:pt>
                <c:pt idx="1625">
                  <c:v>114.58588762524838</c:v>
                </c:pt>
                <c:pt idx="1626">
                  <c:v>114.58588762524838</c:v>
                </c:pt>
                <c:pt idx="1627">
                  <c:v>116.27277723755971</c:v>
                </c:pt>
                <c:pt idx="1628">
                  <c:v>116.75474569822011</c:v>
                </c:pt>
                <c:pt idx="1629">
                  <c:v>116.9830465480066</c:v>
                </c:pt>
                <c:pt idx="1630">
                  <c:v>118.13723417748277</c:v>
                </c:pt>
                <c:pt idx="1631">
                  <c:v>118.14991755802646</c:v>
                </c:pt>
                <c:pt idx="1632">
                  <c:v>118.14991755802646</c:v>
                </c:pt>
                <c:pt idx="1633">
                  <c:v>118.14991755802646</c:v>
                </c:pt>
                <c:pt idx="1634">
                  <c:v>117.93852788229822</c:v>
                </c:pt>
                <c:pt idx="1635">
                  <c:v>117.4988373567835</c:v>
                </c:pt>
                <c:pt idx="1636">
                  <c:v>117.80746628334671</c:v>
                </c:pt>
                <c:pt idx="1637">
                  <c:v>116.30659958567624</c:v>
                </c:pt>
                <c:pt idx="1638">
                  <c:v>115.67243055849153</c:v>
                </c:pt>
                <c:pt idx="1639">
                  <c:v>115.67243055849153</c:v>
                </c:pt>
                <c:pt idx="1640">
                  <c:v>115.67243055849153</c:v>
                </c:pt>
                <c:pt idx="1641">
                  <c:v>114.53938189658817</c:v>
                </c:pt>
                <c:pt idx="1642">
                  <c:v>112.21832325709214</c:v>
                </c:pt>
                <c:pt idx="1643">
                  <c:v>112.20563987654842</c:v>
                </c:pt>
                <c:pt idx="1644">
                  <c:v>112.23946222466496</c:v>
                </c:pt>
                <c:pt idx="1645">
                  <c:v>114.06586902295692</c:v>
                </c:pt>
                <c:pt idx="1646">
                  <c:v>114.06586902295692</c:v>
                </c:pt>
                <c:pt idx="1647">
                  <c:v>114.06586902295692</c:v>
                </c:pt>
                <c:pt idx="1648">
                  <c:v>113.1103876886653</c:v>
                </c:pt>
                <c:pt idx="1649">
                  <c:v>114.01936329429671</c:v>
                </c:pt>
                <c:pt idx="1650">
                  <c:v>114.55206527713186</c:v>
                </c:pt>
                <c:pt idx="1651">
                  <c:v>116.11634887752081</c:v>
                </c:pt>
                <c:pt idx="1652">
                  <c:v>116.11634887752081</c:v>
                </c:pt>
                <c:pt idx="1653">
                  <c:v>116.11634887752081</c:v>
                </c:pt>
                <c:pt idx="1654">
                  <c:v>116.11634887752081</c:v>
                </c:pt>
                <c:pt idx="1655">
                  <c:v>116.11634887752081</c:v>
                </c:pt>
                <c:pt idx="1656">
                  <c:v>115.2073732718894</c:v>
                </c:pt>
                <c:pt idx="1657">
                  <c:v>114.23075297002494</c:v>
                </c:pt>
                <c:pt idx="1658">
                  <c:v>113.65154525852957</c:v>
                </c:pt>
                <c:pt idx="1659">
                  <c:v>113.57121718175284</c:v>
                </c:pt>
                <c:pt idx="1660">
                  <c:v>113.57121718175284</c:v>
                </c:pt>
                <c:pt idx="1661">
                  <c:v>113.57121718175284</c:v>
                </c:pt>
                <c:pt idx="1662">
                  <c:v>112.97932608971379</c:v>
                </c:pt>
                <c:pt idx="1663">
                  <c:v>113.18648797192745</c:v>
                </c:pt>
                <c:pt idx="1664">
                  <c:v>114.33222001437451</c:v>
                </c:pt>
                <c:pt idx="1665">
                  <c:v>114.26880311165601</c:v>
                </c:pt>
                <c:pt idx="1666">
                  <c:v>114.58588762524838</c:v>
                </c:pt>
                <c:pt idx="1667">
                  <c:v>114.58588762524838</c:v>
                </c:pt>
                <c:pt idx="1668">
                  <c:v>114.58588762524838</c:v>
                </c:pt>
                <c:pt idx="1669">
                  <c:v>114.03204667484042</c:v>
                </c:pt>
                <c:pt idx="1670">
                  <c:v>111.11909694330528</c:v>
                </c:pt>
                <c:pt idx="1671">
                  <c:v>112.20563987654842</c:v>
                </c:pt>
                <c:pt idx="1672">
                  <c:v>112.5438633577136</c:v>
                </c:pt>
                <c:pt idx="1673">
                  <c:v>112.86517566482053</c:v>
                </c:pt>
                <c:pt idx="1674">
                  <c:v>112.86517566482053</c:v>
                </c:pt>
                <c:pt idx="1675">
                  <c:v>112.86517566482053</c:v>
                </c:pt>
                <c:pt idx="1676">
                  <c:v>114.84378302963682</c:v>
                </c:pt>
                <c:pt idx="1677">
                  <c:v>114.93679448695727</c:v>
                </c:pt>
                <c:pt idx="1678">
                  <c:v>115.70202511309348</c:v>
                </c:pt>
                <c:pt idx="1679">
                  <c:v>115.75698642878282</c:v>
                </c:pt>
                <c:pt idx="1680">
                  <c:v>114.96216124804465</c:v>
                </c:pt>
                <c:pt idx="1681">
                  <c:v>114.96216124804465</c:v>
                </c:pt>
                <c:pt idx="1682">
                  <c:v>114.96216124804465</c:v>
                </c:pt>
                <c:pt idx="1683">
                  <c:v>115.7696698093265</c:v>
                </c:pt>
                <c:pt idx="1684">
                  <c:v>113.94749080454909</c:v>
                </c:pt>
                <c:pt idx="1685">
                  <c:v>115.833086712045</c:v>
                </c:pt>
                <c:pt idx="1686">
                  <c:v>115.7443030482391</c:v>
                </c:pt>
                <c:pt idx="1687">
                  <c:v>116.80970701390945</c:v>
                </c:pt>
                <c:pt idx="1688">
                  <c:v>116.80970701390945</c:v>
                </c:pt>
                <c:pt idx="1689">
                  <c:v>116.80970701390945</c:v>
                </c:pt>
                <c:pt idx="1690">
                  <c:v>116.4883947068025</c:v>
                </c:pt>
                <c:pt idx="1691">
                  <c:v>115.10167843402527</c:v>
                </c:pt>
                <c:pt idx="1692">
                  <c:v>114.88183317126793</c:v>
                </c:pt>
                <c:pt idx="1693">
                  <c:v>114.59011541876296</c:v>
                </c:pt>
                <c:pt idx="1694">
                  <c:v>117.55379867247284</c:v>
                </c:pt>
                <c:pt idx="1695">
                  <c:v>117.55379867247284</c:v>
                </c:pt>
                <c:pt idx="1696">
                  <c:v>117.55379867247284</c:v>
                </c:pt>
                <c:pt idx="1697">
                  <c:v>119.26605504587158</c:v>
                </c:pt>
                <c:pt idx="1698">
                  <c:v>119.88754069251257</c:v>
                </c:pt>
                <c:pt idx="1699">
                  <c:v>117.22403077833678</c:v>
                </c:pt>
                <c:pt idx="1700">
                  <c:v>118.08650065530799</c:v>
                </c:pt>
                <c:pt idx="1701">
                  <c:v>119.0208430220268</c:v>
                </c:pt>
                <c:pt idx="1702">
                  <c:v>119.0208430220268</c:v>
                </c:pt>
                <c:pt idx="1703">
                  <c:v>119.0208430220268</c:v>
                </c:pt>
                <c:pt idx="1704">
                  <c:v>119.10539889231811</c:v>
                </c:pt>
                <c:pt idx="1705">
                  <c:v>118.04422272016232</c:v>
                </c:pt>
                <c:pt idx="1706">
                  <c:v>118.28097915697798</c:v>
                </c:pt>
                <c:pt idx="1707">
                  <c:v>119.42248340591047</c:v>
                </c:pt>
                <c:pt idx="1708">
                  <c:v>119.93827421468734</c:v>
                </c:pt>
                <c:pt idx="1709">
                  <c:v>119.93827421468734</c:v>
                </c:pt>
                <c:pt idx="1710">
                  <c:v>119.93827421468734</c:v>
                </c:pt>
                <c:pt idx="1711">
                  <c:v>119.43939457996871</c:v>
                </c:pt>
                <c:pt idx="1712">
                  <c:v>121.31653490043546</c:v>
                </c:pt>
                <c:pt idx="1713">
                  <c:v>122.16632139686297</c:v>
                </c:pt>
                <c:pt idx="1714">
                  <c:v>122.43267238828055</c:v>
                </c:pt>
                <c:pt idx="1715">
                  <c:v>122.92732422948463</c:v>
                </c:pt>
                <c:pt idx="1716">
                  <c:v>122.92732422948463</c:v>
                </c:pt>
                <c:pt idx="1717">
                  <c:v>122.92732422948463</c:v>
                </c:pt>
                <c:pt idx="1718">
                  <c:v>123.86589438971802</c:v>
                </c:pt>
                <c:pt idx="1719">
                  <c:v>123.45579841880523</c:v>
                </c:pt>
                <c:pt idx="1720">
                  <c:v>123.10911935061091</c:v>
                </c:pt>
                <c:pt idx="1721">
                  <c:v>122.93155202299918</c:v>
                </c:pt>
                <c:pt idx="1722">
                  <c:v>123.29514226525176</c:v>
                </c:pt>
                <c:pt idx="1723">
                  <c:v>123.29514226525176</c:v>
                </c:pt>
                <c:pt idx="1724">
                  <c:v>123.29514226525176</c:v>
                </c:pt>
                <c:pt idx="1725">
                  <c:v>122.68211220563987</c:v>
                </c:pt>
                <c:pt idx="1726">
                  <c:v>121.77736439352303</c:v>
                </c:pt>
                <c:pt idx="1727">
                  <c:v>120.83033864626051</c:v>
                </c:pt>
                <c:pt idx="1728">
                  <c:v>120.64008793810513</c:v>
                </c:pt>
                <c:pt idx="1729">
                  <c:v>117.95121126284191</c:v>
                </c:pt>
                <c:pt idx="1730">
                  <c:v>117.95121126284191</c:v>
                </c:pt>
                <c:pt idx="1731">
                  <c:v>117.95121126284191</c:v>
                </c:pt>
                <c:pt idx="1732">
                  <c:v>119.10539889231811</c:v>
                </c:pt>
                <c:pt idx="1733">
                  <c:v>118.76294761763837</c:v>
                </c:pt>
                <c:pt idx="1734">
                  <c:v>118.22601784128864</c:v>
                </c:pt>
                <c:pt idx="1735">
                  <c:v>120.1242971293282</c:v>
                </c:pt>
                <c:pt idx="1736">
                  <c:v>120.75846615651291</c:v>
                </c:pt>
                <c:pt idx="1737">
                  <c:v>120.75846615651291</c:v>
                </c:pt>
                <c:pt idx="1738">
                  <c:v>120.75846615651291</c:v>
                </c:pt>
                <c:pt idx="1739">
                  <c:v>119.12653785989092</c:v>
                </c:pt>
                <c:pt idx="1740">
                  <c:v>119.92559083414366</c:v>
                </c:pt>
                <c:pt idx="1741">
                  <c:v>119.43516678645413</c:v>
                </c:pt>
                <c:pt idx="1742">
                  <c:v>121.03327273495961</c:v>
                </c:pt>
                <c:pt idx="1743">
                  <c:v>120.38219253371665</c:v>
                </c:pt>
                <c:pt idx="1744">
                  <c:v>120.38219253371665</c:v>
                </c:pt>
                <c:pt idx="1745">
                  <c:v>120.38219253371665</c:v>
                </c:pt>
                <c:pt idx="1746">
                  <c:v>120.95717245169746</c:v>
                </c:pt>
                <c:pt idx="1747">
                  <c:v>119.29987739398808</c:v>
                </c:pt>
                <c:pt idx="1748">
                  <c:v>118.35285164672558</c:v>
                </c:pt>
                <c:pt idx="1749">
                  <c:v>116.18822136726843</c:v>
                </c:pt>
                <c:pt idx="1750">
                  <c:v>118.40358516890035</c:v>
                </c:pt>
                <c:pt idx="1751">
                  <c:v>118.40358516890035</c:v>
                </c:pt>
                <c:pt idx="1752">
                  <c:v>118.40358516890035</c:v>
                </c:pt>
                <c:pt idx="1753">
                  <c:v>118.49236883270619</c:v>
                </c:pt>
                <c:pt idx="1754">
                  <c:v>117.68486027142436</c:v>
                </c:pt>
                <c:pt idx="1755">
                  <c:v>117.98926140447298</c:v>
                </c:pt>
                <c:pt idx="1756">
                  <c:v>116.28968841161797</c:v>
                </c:pt>
                <c:pt idx="1757">
                  <c:v>115.32152369678263</c:v>
                </c:pt>
                <c:pt idx="1758">
                  <c:v>115.32152369678263</c:v>
                </c:pt>
                <c:pt idx="1759">
                  <c:v>115.32152369678263</c:v>
                </c:pt>
                <c:pt idx="1760">
                  <c:v>112.95818712214097</c:v>
                </c:pt>
                <c:pt idx="1761">
                  <c:v>114.53938189658817</c:v>
                </c:pt>
                <c:pt idx="1762">
                  <c:v>117.0887413858707</c:v>
                </c:pt>
                <c:pt idx="1763">
                  <c:v>117.14370270156004</c:v>
                </c:pt>
                <c:pt idx="1764">
                  <c:v>118.64034160571597</c:v>
                </c:pt>
                <c:pt idx="1765">
                  <c:v>118.64034160571597</c:v>
                </c:pt>
                <c:pt idx="1766">
                  <c:v>118.64034160571597</c:v>
                </c:pt>
                <c:pt idx="1767">
                  <c:v>119.06312095717246</c:v>
                </c:pt>
                <c:pt idx="1768">
                  <c:v>117.92161670823998</c:v>
                </c:pt>
                <c:pt idx="1769">
                  <c:v>119.51126706971631</c:v>
                </c:pt>
                <c:pt idx="1770">
                  <c:v>120.65699911216336</c:v>
                </c:pt>
                <c:pt idx="1771">
                  <c:v>120.45829281697881</c:v>
                </c:pt>
                <c:pt idx="1772">
                  <c:v>120.45829281697881</c:v>
                </c:pt>
                <c:pt idx="1773">
                  <c:v>120.45829281697881</c:v>
                </c:pt>
                <c:pt idx="1774">
                  <c:v>120.12852492284276</c:v>
                </c:pt>
                <c:pt idx="1775">
                  <c:v>121.89574261193084</c:v>
                </c:pt>
                <c:pt idx="1776">
                  <c:v>122.3819388661058</c:v>
                </c:pt>
                <c:pt idx="1777">
                  <c:v>123.22749756901874</c:v>
                </c:pt>
                <c:pt idx="1778">
                  <c:v>124.32672388280557</c:v>
                </c:pt>
                <c:pt idx="1779">
                  <c:v>124.32672388280557</c:v>
                </c:pt>
                <c:pt idx="1780">
                  <c:v>124.32672388280557</c:v>
                </c:pt>
                <c:pt idx="1781">
                  <c:v>125.67961780746629</c:v>
                </c:pt>
                <c:pt idx="1782">
                  <c:v>125.51473386039827</c:v>
                </c:pt>
                <c:pt idx="1783">
                  <c:v>124.71568088614553</c:v>
                </c:pt>
                <c:pt idx="1784">
                  <c:v>124.18297890331036</c:v>
                </c:pt>
                <c:pt idx="1785">
                  <c:v>123.4811651798926</c:v>
                </c:pt>
                <c:pt idx="1786">
                  <c:v>123.4811651798926</c:v>
                </c:pt>
                <c:pt idx="1787">
                  <c:v>123.4811651798926</c:v>
                </c:pt>
                <c:pt idx="1788">
                  <c:v>121.61670823996957</c:v>
                </c:pt>
                <c:pt idx="1789">
                  <c:v>121.77313660000844</c:v>
                </c:pt>
                <c:pt idx="1790">
                  <c:v>121.48564664101806</c:v>
                </c:pt>
                <c:pt idx="1791">
                  <c:v>118.64456939923053</c:v>
                </c:pt>
                <c:pt idx="1792">
                  <c:v>119.63810087515327</c:v>
                </c:pt>
                <c:pt idx="1793">
                  <c:v>119.63810087515327</c:v>
                </c:pt>
                <c:pt idx="1794">
                  <c:v>119.63810087515327</c:v>
                </c:pt>
                <c:pt idx="1795">
                  <c:v>121.72240307783369</c:v>
                </c:pt>
                <c:pt idx="1796">
                  <c:v>121.35035724855197</c:v>
                </c:pt>
                <c:pt idx="1797">
                  <c:v>122.5341394326301</c:v>
                </c:pt>
                <c:pt idx="1798">
                  <c:v>121.8154145351541</c:v>
                </c:pt>
                <c:pt idx="1799">
                  <c:v>122.52991163911555</c:v>
                </c:pt>
                <c:pt idx="1800">
                  <c:v>122.52991163911555</c:v>
                </c:pt>
                <c:pt idx="1801">
                  <c:v>122.52991163911555</c:v>
                </c:pt>
                <c:pt idx="1802">
                  <c:v>122.19591595146493</c:v>
                </c:pt>
                <c:pt idx="1803">
                  <c:v>122.44535576882424</c:v>
                </c:pt>
                <c:pt idx="1804">
                  <c:v>122.62292309643598</c:v>
                </c:pt>
                <c:pt idx="1805">
                  <c:v>123.76442734536846</c:v>
                </c:pt>
                <c:pt idx="1806">
                  <c:v>123.15985287278571</c:v>
                </c:pt>
                <c:pt idx="1807">
                  <c:v>123.15985287278571</c:v>
                </c:pt>
                <c:pt idx="1808">
                  <c:v>123.15985287278571</c:v>
                </c:pt>
                <c:pt idx="1809">
                  <c:v>123.5530376696402</c:v>
                </c:pt>
                <c:pt idx="1810">
                  <c:v>122.59332854183403</c:v>
                </c:pt>
                <c:pt idx="1811">
                  <c:v>120.36950915317294</c:v>
                </c:pt>
                <c:pt idx="1812">
                  <c:v>120.81765526571682</c:v>
                </c:pt>
                <c:pt idx="1813">
                  <c:v>119.72265674544455</c:v>
                </c:pt>
                <c:pt idx="1814">
                  <c:v>119.72265674544455</c:v>
                </c:pt>
                <c:pt idx="1815">
                  <c:v>119.72265674544455</c:v>
                </c:pt>
                <c:pt idx="1816">
                  <c:v>120.22999196719233</c:v>
                </c:pt>
                <c:pt idx="1817">
                  <c:v>119.48167251511437</c:v>
                </c:pt>
                <c:pt idx="1818">
                  <c:v>120.36950915317294</c:v>
                </c:pt>
                <c:pt idx="1819">
                  <c:v>120.99522259332853</c:v>
                </c:pt>
                <c:pt idx="1820">
                  <c:v>119.81989599627956</c:v>
                </c:pt>
                <c:pt idx="1821">
                  <c:v>119.81989599627956</c:v>
                </c:pt>
                <c:pt idx="1822">
                  <c:v>119.81989599627956</c:v>
                </c:pt>
                <c:pt idx="1823">
                  <c:v>116.40806663002579</c:v>
                </c:pt>
                <c:pt idx="1824">
                  <c:v>117.02955227666681</c:v>
                </c:pt>
                <c:pt idx="1825">
                  <c:v>118.64879719274511</c:v>
                </c:pt>
                <c:pt idx="1826">
                  <c:v>120.69927704730901</c:v>
                </c:pt>
                <c:pt idx="1827">
                  <c:v>120.49634295860989</c:v>
                </c:pt>
                <c:pt idx="1828">
                  <c:v>120.49634295860989</c:v>
                </c:pt>
                <c:pt idx="1829">
                  <c:v>120.49634295860989</c:v>
                </c:pt>
                <c:pt idx="1830">
                  <c:v>122.64828985752337</c:v>
                </c:pt>
                <c:pt idx="1831">
                  <c:v>120.17925844501754</c:v>
                </c:pt>
                <c:pt idx="1832">
                  <c:v>120.87684437492075</c:v>
                </c:pt>
                <c:pt idx="1833">
                  <c:v>121.3123071069209</c:v>
                </c:pt>
                <c:pt idx="1834">
                  <c:v>121.3461294550374</c:v>
                </c:pt>
                <c:pt idx="1835">
                  <c:v>121.3461294550374</c:v>
                </c:pt>
                <c:pt idx="1836">
                  <c:v>121.3461294550374</c:v>
                </c:pt>
                <c:pt idx="1837">
                  <c:v>120.83879423328965</c:v>
                </c:pt>
                <c:pt idx="1838">
                  <c:v>123.28245888470808</c:v>
                </c:pt>
                <c:pt idx="1839">
                  <c:v>121.5659747177948</c:v>
                </c:pt>
                <c:pt idx="1840">
                  <c:v>122.93577981651376</c:v>
                </c:pt>
                <c:pt idx="1841">
                  <c:v>123.49807635395086</c:v>
                </c:pt>
                <c:pt idx="1842">
                  <c:v>123.49807635395086</c:v>
                </c:pt>
                <c:pt idx="1843">
                  <c:v>123.49807635395086</c:v>
                </c:pt>
                <c:pt idx="1844">
                  <c:v>123.76442734536846</c:v>
                </c:pt>
                <c:pt idx="1845">
                  <c:v>123.67141588804802</c:v>
                </c:pt>
                <c:pt idx="1846">
                  <c:v>123.39238151608676</c:v>
                </c:pt>
                <c:pt idx="1847">
                  <c:v>125.17228258571851</c:v>
                </c:pt>
                <c:pt idx="1848">
                  <c:v>125.56123958905847</c:v>
                </c:pt>
                <c:pt idx="1849">
                  <c:v>125.56123958905847</c:v>
                </c:pt>
                <c:pt idx="1850">
                  <c:v>125.56123958905847</c:v>
                </c:pt>
                <c:pt idx="1851">
                  <c:v>125.72612353612649</c:v>
                </c:pt>
                <c:pt idx="1852">
                  <c:v>125.67539001395171</c:v>
                </c:pt>
                <c:pt idx="1853">
                  <c:v>126.25036993193252</c:v>
                </c:pt>
                <c:pt idx="1854">
                  <c:v>125.59506193717498</c:v>
                </c:pt>
                <c:pt idx="1855">
                  <c:v>126.12776392001015</c:v>
                </c:pt>
                <c:pt idx="1856">
                  <c:v>126.12776392001015</c:v>
                </c:pt>
                <c:pt idx="1857">
                  <c:v>126.12776392001015</c:v>
                </c:pt>
                <c:pt idx="1858">
                  <c:v>126.81689426288418</c:v>
                </c:pt>
                <c:pt idx="1859">
                  <c:v>127.18894009216588</c:v>
                </c:pt>
                <c:pt idx="1860">
                  <c:v>125.81490719993234</c:v>
                </c:pt>
                <c:pt idx="1861">
                  <c:v>125.63311207880608</c:v>
                </c:pt>
                <c:pt idx="1862">
                  <c:v>124.55502473259206</c:v>
                </c:pt>
                <c:pt idx="1863">
                  <c:v>124.55502473259206</c:v>
                </c:pt>
                <c:pt idx="1864">
                  <c:v>124.55502473259206</c:v>
                </c:pt>
                <c:pt idx="1865">
                  <c:v>126.30533124762187</c:v>
                </c:pt>
                <c:pt idx="1866">
                  <c:v>126.49135416226271</c:v>
                </c:pt>
                <c:pt idx="1867">
                  <c:v>127.5609859214476</c:v>
                </c:pt>
                <c:pt idx="1868">
                  <c:v>128.44036697247708</c:v>
                </c:pt>
                <c:pt idx="1869">
                  <c:v>128.88428529150639</c:v>
                </c:pt>
                <c:pt idx="1870">
                  <c:v>128.88428529150639</c:v>
                </c:pt>
                <c:pt idx="1871">
                  <c:v>128.88428529150639</c:v>
                </c:pt>
                <c:pt idx="1872">
                  <c:v>129.12949731535113</c:v>
                </c:pt>
                <c:pt idx="1873">
                  <c:v>128.42768359193337</c:v>
                </c:pt>
                <c:pt idx="1874">
                  <c:v>128.22474950323428</c:v>
                </c:pt>
                <c:pt idx="1875">
                  <c:v>129.24787553375893</c:v>
                </c:pt>
                <c:pt idx="1876">
                  <c:v>128.98152454234136</c:v>
                </c:pt>
                <c:pt idx="1877">
                  <c:v>128.98152454234136</c:v>
                </c:pt>
                <c:pt idx="1878">
                  <c:v>128.98152454234136</c:v>
                </c:pt>
                <c:pt idx="1879">
                  <c:v>128.6137065065742</c:v>
                </c:pt>
                <c:pt idx="1880">
                  <c:v>128.94770219422483</c:v>
                </c:pt>
                <c:pt idx="1881">
                  <c:v>128.4319113854479</c:v>
                </c:pt>
                <c:pt idx="1882">
                  <c:v>127.30309051705915</c:v>
                </c:pt>
                <c:pt idx="1883">
                  <c:v>125.45131695767979</c:v>
                </c:pt>
                <c:pt idx="1884">
                  <c:v>125.45131695767979</c:v>
                </c:pt>
                <c:pt idx="1885">
                  <c:v>125.45131695767979</c:v>
                </c:pt>
                <c:pt idx="1886">
                  <c:v>126.18695302921405</c:v>
                </c:pt>
                <c:pt idx="1887">
                  <c:v>125.92060203779647</c:v>
                </c:pt>
                <c:pt idx="1888">
                  <c:v>126.42370946602968</c:v>
                </c:pt>
                <c:pt idx="1889">
                  <c:v>126.24614213841797</c:v>
                </c:pt>
                <c:pt idx="1890">
                  <c:v>120.36105356614384</c:v>
                </c:pt>
                <c:pt idx="1891">
                  <c:v>120.36105356614384</c:v>
                </c:pt>
                <c:pt idx="1892">
                  <c:v>120.36105356614384</c:v>
                </c:pt>
                <c:pt idx="1893">
                  <c:v>121.92956496004734</c:v>
                </c:pt>
                <c:pt idx="1894">
                  <c:v>120.79651629814401</c:v>
                </c:pt>
                <c:pt idx="1895">
                  <c:v>121.60402485942585</c:v>
                </c:pt>
                <c:pt idx="1896">
                  <c:v>121.30385151989178</c:v>
                </c:pt>
                <c:pt idx="1897">
                  <c:v>120.96562803872659</c:v>
                </c:pt>
                <c:pt idx="1898">
                  <c:v>120.96562803872659</c:v>
                </c:pt>
                <c:pt idx="1899">
                  <c:v>120.96562803872659</c:v>
                </c:pt>
                <c:pt idx="1900">
                  <c:v>121.79427556758127</c:v>
                </c:pt>
                <c:pt idx="1901">
                  <c:v>124.88056483321355</c:v>
                </c:pt>
                <c:pt idx="1902">
                  <c:v>123.62491015938784</c:v>
                </c:pt>
                <c:pt idx="1903">
                  <c:v>122.83008497864962</c:v>
                </c:pt>
                <c:pt idx="1904">
                  <c:v>122.05217097196972</c:v>
                </c:pt>
                <c:pt idx="1905">
                  <c:v>122.05217097196972</c:v>
                </c:pt>
                <c:pt idx="1906">
                  <c:v>122.05217097196972</c:v>
                </c:pt>
                <c:pt idx="1907">
                  <c:v>120.64431573161967</c:v>
                </c:pt>
                <c:pt idx="1908">
                  <c:v>120.5301653067264</c:v>
                </c:pt>
                <c:pt idx="1909">
                  <c:v>121.59134147888217</c:v>
                </c:pt>
                <c:pt idx="1910">
                  <c:v>122.27201623472708</c:v>
                </c:pt>
                <c:pt idx="1911">
                  <c:v>121.45182429290153</c:v>
                </c:pt>
                <c:pt idx="1912">
                  <c:v>121.45182429290153</c:v>
                </c:pt>
                <c:pt idx="1913">
                  <c:v>121.45182429290153</c:v>
                </c:pt>
                <c:pt idx="1914">
                  <c:v>117.64681012979325</c:v>
                </c:pt>
                <c:pt idx="1915">
                  <c:v>120.51325413266815</c:v>
                </c:pt>
                <c:pt idx="1916">
                  <c:v>120.77537733057117</c:v>
                </c:pt>
                <c:pt idx="1917">
                  <c:v>122.04371538494061</c:v>
                </c:pt>
                <c:pt idx="1918">
                  <c:v>121.874603644358</c:v>
                </c:pt>
                <c:pt idx="1919">
                  <c:v>121.874603644358</c:v>
                </c:pt>
                <c:pt idx="1920">
                  <c:v>121.874603644358</c:v>
                </c:pt>
                <c:pt idx="1921">
                  <c:v>122.48340591045532</c:v>
                </c:pt>
                <c:pt idx="1922">
                  <c:v>122.78357924998944</c:v>
                </c:pt>
                <c:pt idx="1923">
                  <c:v>122.67788441212532</c:v>
                </c:pt>
                <c:pt idx="1924">
                  <c:v>122.31429416987274</c:v>
                </c:pt>
                <c:pt idx="1925">
                  <c:v>121.83655350272693</c:v>
                </c:pt>
                <c:pt idx="1926">
                  <c:v>121.83655350272693</c:v>
                </c:pt>
                <c:pt idx="1927">
                  <c:v>121.83655350272693</c:v>
                </c:pt>
                <c:pt idx="1928">
                  <c:v>123.56572105018391</c:v>
                </c:pt>
                <c:pt idx="1929">
                  <c:v>124.90170380078638</c:v>
                </c:pt>
                <c:pt idx="1930">
                  <c:v>124.3098127087473</c:v>
                </c:pt>
                <c:pt idx="1931">
                  <c:v>123.7940218999704</c:v>
                </c:pt>
                <c:pt idx="1932">
                  <c:v>123.72637720373736</c:v>
                </c:pt>
                <c:pt idx="1933">
                  <c:v>123.72637720373736</c:v>
                </c:pt>
                <c:pt idx="1934">
                  <c:v>123.72637720373736</c:v>
                </c:pt>
                <c:pt idx="1935">
                  <c:v>123.65873250750434</c:v>
                </c:pt>
                <c:pt idx="1936">
                  <c:v>124.95243732296115</c:v>
                </c:pt>
                <c:pt idx="1937">
                  <c:v>125.28220521709719</c:v>
                </c:pt>
                <c:pt idx="1938">
                  <c:v>124.75795882129115</c:v>
                </c:pt>
                <c:pt idx="1939">
                  <c:v>124.40282416606775</c:v>
                </c:pt>
                <c:pt idx="1940">
                  <c:v>124.40282416606775</c:v>
                </c:pt>
                <c:pt idx="1941">
                  <c:v>124.40282416606775</c:v>
                </c:pt>
                <c:pt idx="1942">
                  <c:v>124.64380839639793</c:v>
                </c:pt>
                <c:pt idx="1943">
                  <c:v>123.25709212362068</c:v>
                </c:pt>
                <c:pt idx="1944">
                  <c:v>122.2001437449795</c:v>
                </c:pt>
                <c:pt idx="1945">
                  <c:v>121.33344607449372</c:v>
                </c:pt>
                <c:pt idx="1946">
                  <c:v>117.53265970490001</c:v>
                </c:pt>
                <c:pt idx="1947">
                  <c:v>117.53265970490001</c:v>
                </c:pt>
                <c:pt idx="1948">
                  <c:v>117.53265970490001</c:v>
                </c:pt>
                <c:pt idx="1949">
                  <c:v>114.1419693062191</c:v>
                </c:pt>
                <c:pt idx="1950">
                  <c:v>115.29615693569527</c:v>
                </c:pt>
                <c:pt idx="1951">
                  <c:v>117.19866401724938</c:v>
                </c:pt>
                <c:pt idx="1952">
                  <c:v>118.0019447850167</c:v>
                </c:pt>
                <c:pt idx="1953">
                  <c:v>116.7801124593075</c:v>
                </c:pt>
                <c:pt idx="1954">
                  <c:v>116.7801124593075</c:v>
                </c:pt>
                <c:pt idx="1955">
                  <c:v>116.7801124593075</c:v>
                </c:pt>
                <c:pt idx="1956">
                  <c:v>116.67018982792881</c:v>
                </c:pt>
                <c:pt idx="1957">
                  <c:v>118.77140320466748</c:v>
                </c:pt>
                <c:pt idx="1958">
                  <c:v>119.13076565340548</c:v>
                </c:pt>
                <c:pt idx="1959">
                  <c:v>116.72092335010358</c:v>
                </c:pt>
                <c:pt idx="1960">
                  <c:v>115.92187037585084</c:v>
                </c:pt>
                <c:pt idx="1961">
                  <c:v>115.92187037585084</c:v>
                </c:pt>
                <c:pt idx="1962">
                  <c:v>115.92187037585084</c:v>
                </c:pt>
                <c:pt idx="1963">
                  <c:v>116.64059527332684</c:v>
                </c:pt>
                <c:pt idx="1964">
                  <c:v>117.50729294381262</c:v>
                </c:pt>
                <c:pt idx="1965">
                  <c:v>119.48167251511437</c:v>
                </c:pt>
                <c:pt idx="1966">
                  <c:v>119.36329429670653</c:v>
                </c:pt>
                <c:pt idx="1967">
                  <c:v>119.56200059189111</c:v>
                </c:pt>
                <c:pt idx="1968">
                  <c:v>119.56200059189111</c:v>
                </c:pt>
                <c:pt idx="1969">
                  <c:v>119.56200059189111</c:v>
                </c:pt>
                <c:pt idx="1970">
                  <c:v>116.47993911977339</c:v>
                </c:pt>
                <c:pt idx="1971">
                  <c:v>118.47968545216251</c:v>
                </c:pt>
                <c:pt idx="1972">
                  <c:v>118.51773559379359</c:v>
                </c:pt>
                <c:pt idx="1973">
                  <c:v>116.43343339111316</c:v>
                </c:pt>
                <c:pt idx="1974">
                  <c:v>115.52445778548174</c:v>
                </c:pt>
                <c:pt idx="1975">
                  <c:v>115.52445778548174</c:v>
                </c:pt>
                <c:pt idx="1976">
                  <c:v>115.52445778548174</c:v>
                </c:pt>
                <c:pt idx="1977">
                  <c:v>114.32376442734538</c:v>
                </c:pt>
                <c:pt idx="1978">
                  <c:v>113.65154525852957</c:v>
                </c:pt>
                <c:pt idx="1979">
                  <c:v>111.62220437153849</c:v>
                </c:pt>
                <c:pt idx="1980">
                  <c:v>109.98182048788736</c:v>
                </c:pt>
                <c:pt idx="1981">
                  <c:v>111.64757113262587</c:v>
                </c:pt>
                <c:pt idx="1982">
                  <c:v>111.64757113262587</c:v>
                </c:pt>
                <c:pt idx="1983">
                  <c:v>111.64757113262587</c:v>
                </c:pt>
                <c:pt idx="1984">
                  <c:v>110.78510125565468</c:v>
                </c:pt>
                <c:pt idx="1985">
                  <c:v>109.37301822179005</c:v>
                </c:pt>
                <c:pt idx="1986">
                  <c:v>111.09795797573246</c:v>
                </c:pt>
                <c:pt idx="1987">
                  <c:v>109.04747812116857</c:v>
                </c:pt>
                <c:pt idx="1988">
                  <c:v>105.76671035386632</c:v>
                </c:pt>
                <c:pt idx="1989">
                  <c:v>105.76671035386632</c:v>
                </c:pt>
                <c:pt idx="1990">
                  <c:v>105.76671035386632</c:v>
                </c:pt>
                <c:pt idx="1991">
                  <c:v>103.73314167336068</c:v>
                </c:pt>
                <c:pt idx="1992">
                  <c:v>104.97188517312814</c:v>
                </c:pt>
                <c:pt idx="1993">
                  <c:v>108.28647528854691</c:v>
                </c:pt>
                <c:pt idx="1994">
                  <c:v>106.595357882721</c:v>
                </c:pt>
                <c:pt idx="1995">
                  <c:v>106.29518454318692</c:v>
                </c:pt>
                <c:pt idx="1996">
                  <c:v>106.29518454318692</c:v>
                </c:pt>
                <c:pt idx="1997">
                  <c:v>106.29518454318692</c:v>
                </c:pt>
                <c:pt idx="1998">
                  <c:v>106.44315731619669</c:v>
                </c:pt>
                <c:pt idx="1999">
                  <c:v>106.65454699192492</c:v>
                </c:pt>
                <c:pt idx="2000">
                  <c:v>110.16361560901365</c:v>
                </c:pt>
                <c:pt idx="2001">
                  <c:v>110.93307402866444</c:v>
                </c:pt>
                <c:pt idx="2002">
                  <c:v>111.87587198241238</c:v>
                </c:pt>
                <c:pt idx="2003">
                  <c:v>111.87587198241238</c:v>
                </c:pt>
                <c:pt idx="2004">
                  <c:v>111.87587198241238</c:v>
                </c:pt>
                <c:pt idx="2005">
                  <c:v>112.32824588847082</c:v>
                </c:pt>
                <c:pt idx="2006">
                  <c:v>113.7318733353063</c:v>
                </c:pt>
                <c:pt idx="2007">
                  <c:v>112.5438633577136</c:v>
                </c:pt>
                <c:pt idx="2008">
                  <c:v>112.45930748742232</c:v>
                </c:pt>
                <c:pt idx="2009">
                  <c:v>112.04921151650953</c:v>
                </c:pt>
                <c:pt idx="2010">
                  <c:v>112.04921151650953</c:v>
                </c:pt>
                <c:pt idx="2011">
                  <c:v>112.04921151650953</c:v>
                </c:pt>
                <c:pt idx="2012">
                  <c:v>111.80822728617935</c:v>
                </c:pt>
                <c:pt idx="2013">
                  <c:v>113.68113981313152</c:v>
                </c:pt>
                <c:pt idx="2014">
                  <c:v>112.1464507673445</c:v>
                </c:pt>
                <c:pt idx="2015">
                  <c:v>110.31581617553799</c:v>
                </c:pt>
                <c:pt idx="2016">
                  <c:v>111.67716568722783</c:v>
                </c:pt>
                <c:pt idx="2017">
                  <c:v>111.67716568722783</c:v>
                </c:pt>
                <c:pt idx="2018">
                  <c:v>111.67716568722783</c:v>
                </c:pt>
                <c:pt idx="2019">
                  <c:v>111.87587198241238</c:v>
                </c:pt>
                <c:pt idx="2020">
                  <c:v>109.83807550839218</c:v>
                </c:pt>
                <c:pt idx="2021">
                  <c:v>107.79182344734284</c:v>
                </c:pt>
                <c:pt idx="2022">
                  <c:v>107.20416014881833</c:v>
                </c:pt>
                <c:pt idx="2023">
                  <c:v>109.11512281740158</c:v>
                </c:pt>
                <c:pt idx="2024">
                  <c:v>109.11512281740158</c:v>
                </c:pt>
                <c:pt idx="2025">
                  <c:v>109.11512281740158</c:v>
                </c:pt>
                <c:pt idx="2026">
                  <c:v>107.73263433813894</c:v>
                </c:pt>
                <c:pt idx="2027">
                  <c:v>107.19993235530376</c:v>
                </c:pt>
                <c:pt idx="2028">
                  <c:v>108.60778759565382</c:v>
                </c:pt>
                <c:pt idx="2029">
                  <c:v>108.7177102270325</c:v>
                </c:pt>
                <c:pt idx="2030">
                  <c:v>108.7177102270325</c:v>
                </c:pt>
                <c:pt idx="2031">
                  <c:v>108.7177102270325</c:v>
                </c:pt>
                <c:pt idx="2032">
                  <c:v>108.7177102270325</c:v>
                </c:pt>
                <c:pt idx="2033">
                  <c:v>108.7177102270325</c:v>
                </c:pt>
                <c:pt idx="2034">
                  <c:v>109.15740075254725</c:v>
                </c:pt>
                <c:pt idx="2035">
                  <c:v>109.63936921320763</c:v>
                </c:pt>
                <c:pt idx="2036">
                  <c:v>109.46602967911048</c:v>
                </c:pt>
                <c:pt idx="2037">
                  <c:v>106.9208979833425</c:v>
                </c:pt>
                <c:pt idx="2038">
                  <c:v>106.9208979833425</c:v>
                </c:pt>
                <c:pt idx="2039">
                  <c:v>106.9208979833425</c:v>
                </c:pt>
                <c:pt idx="2040">
                  <c:v>105.33547541538071</c:v>
                </c:pt>
                <c:pt idx="2041">
                  <c:v>103.46256288842852</c:v>
                </c:pt>
                <c:pt idx="2042">
                  <c:v>105.05644104341944</c:v>
                </c:pt>
                <c:pt idx="2043">
                  <c:v>105.32279203483701</c:v>
                </c:pt>
                <c:pt idx="2044">
                  <c:v>105.34393100240985</c:v>
                </c:pt>
                <c:pt idx="2045">
                  <c:v>105.34393100240985</c:v>
                </c:pt>
                <c:pt idx="2046">
                  <c:v>105.34393100240985</c:v>
                </c:pt>
                <c:pt idx="2047">
                  <c:v>103.90225341394326</c:v>
                </c:pt>
                <c:pt idx="2048">
                  <c:v>106.78983638439099</c:v>
                </c:pt>
                <c:pt idx="2049">
                  <c:v>107.9863019490128</c:v>
                </c:pt>
                <c:pt idx="2050">
                  <c:v>105.30588086077877</c:v>
                </c:pt>
                <c:pt idx="2051">
                  <c:v>103.70777491227329</c:v>
                </c:pt>
                <c:pt idx="2052">
                  <c:v>103.70777491227329</c:v>
                </c:pt>
                <c:pt idx="2053">
                  <c:v>103.70777491227329</c:v>
                </c:pt>
                <c:pt idx="2054">
                  <c:v>99.678687692893092</c:v>
                </c:pt>
                <c:pt idx="2055">
                  <c:v>99.868938401048496</c:v>
                </c:pt>
                <c:pt idx="2056">
                  <c:v>100.49042404768952</c:v>
                </c:pt>
                <c:pt idx="2057">
                  <c:v>101.34021054411701</c:v>
                </c:pt>
                <c:pt idx="2058">
                  <c:v>104.42227201623473</c:v>
                </c:pt>
                <c:pt idx="2059">
                  <c:v>104.42227201623473</c:v>
                </c:pt>
                <c:pt idx="2060">
                  <c:v>104.42227201623473</c:v>
                </c:pt>
                <c:pt idx="2061">
                  <c:v>104.63366169196297</c:v>
                </c:pt>
                <c:pt idx="2062">
                  <c:v>106.21908425992474</c:v>
                </c:pt>
                <c:pt idx="2063">
                  <c:v>104.52373906058428</c:v>
                </c:pt>
                <c:pt idx="2064">
                  <c:v>103.94453134908892</c:v>
                </c:pt>
                <c:pt idx="2065">
                  <c:v>103.40337377922462</c:v>
                </c:pt>
                <c:pt idx="2066">
                  <c:v>103.40337377922462</c:v>
                </c:pt>
                <c:pt idx="2067">
                  <c:v>103.40337377922462</c:v>
                </c:pt>
                <c:pt idx="2068">
                  <c:v>105.14099691371072</c:v>
                </c:pt>
                <c:pt idx="2069">
                  <c:v>104.05022618695303</c:v>
                </c:pt>
                <c:pt idx="2070">
                  <c:v>105.72866021223524</c:v>
                </c:pt>
                <c:pt idx="2071">
                  <c:v>107.6523062613622</c:v>
                </c:pt>
                <c:pt idx="2072">
                  <c:v>109.63514141969306</c:v>
                </c:pt>
                <c:pt idx="2073">
                  <c:v>109.63514141969306</c:v>
                </c:pt>
                <c:pt idx="2074">
                  <c:v>109.63514141969306</c:v>
                </c:pt>
                <c:pt idx="2075">
                  <c:v>109.99873166194563</c:v>
                </c:pt>
                <c:pt idx="2076">
                  <c:v>109.62668583266392</c:v>
                </c:pt>
                <c:pt idx="2077">
                  <c:v>108.56128186699361</c:v>
                </c:pt>
                <c:pt idx="2078">
                  <c:v>109.08975605631419</c:v>
                </c:pt>
                <c:pt idx="2079">
                  <c:v>108.35411998477996</c:v>
                </c:pt>
                <c:pt idx="2080">
                  <c:v>108.35411998477996</c:v>
                </c:pt>
                <c:pt idx="2081">
                  <c:v>108.35411998477996</c:v>
                </c:pt>
                <c:pt idx="2082">
                  <c:v>108.98406121845008</c:v>
                </c:pt>
                <c:pt idx="2083">
                  <c:v>109.77465860567368</c:v>
                </c:pt>
                <c:pt idx="2084">
                  <c:v>108.67543229188688</c:v>
                </c:pt>
                <c:pt idx="2085">
                  <c:v>106.14721177017714</c:v>
                </c:pt>
                <c:pt idx="2086">
                  <c:v>101.75453430854438</c:v>
                </c:pt>
                <c:pt idx="2087">
                  <c:v>101.75453430854438</c:v>
                </c:pt>
                <c:pt idx="2088">
                  <c:v>101.75453430854438</c:v>
                </c:pt>
                <c:pt idx="2089">
                  <c:v>97.180061725785322</c:v>
                </c:pt>
                <c:pt idx="2090">
                  <c:v>97.8649642751448</c:v>
                </c:pt>
                <c:pt idx="2091">
                  <c:v>99.099479981397707</c:v>
                </c:pt>
                <c:pt idx="2092">
                  <c:v>95.142265251765096</c:v>
                </c:pt>
                <c:pt idx="2093">
                  <c:v>95.67496723460026</c:v>
                </c:pt>
                <c:pt idx="2094">
                  <c:v>95.67496723460026</c:v>
                </c:pt>
                <c:pt idx="2095">
                  <c:v>95.67496723460026</c:v>
                </c:pt>
                <c:pt idx="2096">
                  <c:v>96.144252314716951</c:v>
                </c:pt>
                <c:pt idx="2097">
                  <c:v>97.213884073901824</c:v>
                </c:pt>
                <c:pt idx="2098">
                  <c:v>95.290238024774865</c:v>
                </c:pt>
                <c:pt idx="2099">
                  <c:v>94.284023168308451</c:v>
                </c:pt>
                <c:pt idx="2100">
                  <c:v>95.810256627066337</c:v>
                </c:pt>
                <c:pt idx="2101">
                  <c:v>95.810256627066337</c:v>
                </c:pt>
                <c:pt idx="2102">
                  <c:v>95.810256627066337</c:v>
                </c:pt>
                <c:pt idx="2103">
                  <c:v>96.140024521202378</c:v>
                </c:pt>
                <c:pt idx="2104">
                  <c:v>97.924153384348713</c:v>
                </c:pt>
                <c:pt idx="2105">
                  <c:v>96.376780958018017</c:v>
                </c:pt>
                <c:pt idx="2106">
                  <c:v>93.552614890288751</c:v>
                </c:pt>
                <c:pt idx="2107">
                  <c:v>93.383503149706172</c:v>
                </c:pt>
                <c:pt idx="2108">
                  <c:v>93.383503149706172</c:v>
                </c:pt>
                <c:pt idx="2109">
                  <c:v>93.383503149706172</c:v>
                </c:pt>
                <c:pt idx="2110">
                  <c:v>92.960723798249688</c:v>
                </c:pt>
                <c:pt idx="2111">
                  <c:v>91.768486027142444</c:v>
                </c:pt>
                <c:pt idx="2112">
                  <c:v>92.347693738637801</c:v>
                </c:pt>
                <c:pt idx="2113">
                  <c:v>97.032088952775538</c:v>
                </c:pt>
                <c:pt idx="2114">
                  <c:v>98.080581744387601</c:v>
                </c:pt>
                <c:pt idx="2115">
                  <c:v>98.080581744387601</c:v>
                </c:pt>
                <c:pt idx="2116">
                  <c:v>98.080581744387601</c:v>
                </c:pt>
                <c:pt idx="2117">
                  <c:v>97.50137403289223</c:v>
                </c:pt>
                <c:pt idx="2118">
                  <c:v>93.844332642793731</c:v>
                </c:pt>
                <c:pt idx="2119">
                  <c:v>92.119392888851308</c:v>
                </c:pt>
                <c:pt idx="2120">
                  <c:v>90.094279795374788</c:v>
                </c:pt>
                <c:pt idx="2121">
                  <c:v>91.299200947025739</c:v>
                </c:pt>
                <c:pt idx="2122">
                  <c:v>91.299200947025739</c:v>
                </c:pt>
                <c:pt idx="2123">
                  <c:v>91.299200947025739</c:v>
                </c:pt>
                <c:pt idx="2124">
                  <c:v>91.037077749122744</c:v>
                </c:pt>
                <c:pt idx="2125">
                  <c:v>93.421553291337247</c:v>
                </c:pt>
                <c:pt idx="2126">
                  <c:v>93.950027480657837</c:v>
                </c:pt>
                <c:pt idx="2127">
                  <c:v>93.992305415803486</c:v>
                </c:pt>
                <c:pt idx="2128">
                  <c:v>92.605589143026251</c:v>
                </c:pt>
                <c:pt idx="2129">
                  <c:v>92.605589143026251</c:v>
                </c:pt>
                <c:pt idx="2130">
                  <c:v>92.605589143026251</c:v>
                </c:pt>
                <c:pt idx="2131">
                  <c:v>93.303175072929434</c:v>
                </c:pt>
                <c:pt idx="2132">
                  <c:v>92.850801166871008</c:v>
                </c:pt>
                <c:pt idx="2133">
                  <c:v>93.924660719570454</c:v>
                </c:pt>
                <c:pt idx="2134">
                  <c:v>94.567285333784298</c:v>
                </c:pt>
                <c:pt idx="2135">
                  <c:v>95.865217942755677</c:v>
                </c:pt>
                <c:pt idx="2136">
                  <c:v>95.865217942755677</c:v>
                </c:pt>
                <c:pt idx="2137">
                  <c:v>95.865217942755677</c:v>
                </c:pt>
                <c:pt idx="2138">
                  <c:v>94.749080454910583</c:v>
                </c:pt>
                <c:pt idx="2139">
                  <c:v>95.256415676658364</c:v>
                </c:pt>
                <c:pt idx="2140">
                  <c:v>96.672726504037541</c:v>
                </c:pt>
                <c:pt idx="2141">
                  <c:v>97.196972899843573</c:v>
                </c:pt>
                <c:pt idx="2142">
                  <c:v>97.712763708620471</c:v>
                </c:pt>
                <c:pt idx="2143">
                  <c:v>97.712763708620471</c:v>
                </c:pt>
                <c:pt idx="2144">
                  <c:v>97.712763708620471</c:v>
                </c:pt>
                <c:pt idx="2145">
                  <c:v>98.625967107766456</c:v>
                </c:pt>
                <c:pt idx="2146">
                  <c:v>96.930621908425991</c:v>
                </c:pt>
                <c:pt idx="2147">
                  <c:v>98.554094618018866</c:v>
                </c:pt>
                <c:pt idx="2148">
                  <c:v>99.281275102524006</c:v>
                </c:pt>
                <c:pt idx="2149">
                  <c:v>100.73986386504883</c:v>
                </c:pt>
                <c:pt idx="2150">
                  <c:v>100.73986386504883</c:v>
                </c:pt>
                <c:pt idx="2151">
                  <c:v>100.73986386504883</c:v>
                </c:pt>
                <c:pt idx="2152">
                  <c:v>100.72295269099058</c:v>
                </c:pt>
                <c:pt idx="2153">
                  <c:v>100.20293408869911</c:v>
                </c:pt>
                <c:pt idx="2154">
                  <c:v>98.769712087261667</c:v>
                </c:pt>
                <c:pt idx="2155">
                  <c:v>99.716737834524167</c:v>
                </c:pt>
                <c:pt idx="2156">
                  <c:v>98.42726081258192</c:v>
                </c:pt>
                <c:pt idx="2157">
                  <c:v>98.42726081258192</c:v>
                </c:pt>
                <c:pt idx="2158">
                  <c:v>98.42726081258192</c:v>
                </c:pt>
                <c:pt idx="2159">
                  <c:v>98.769712087261667</c:v>
                </c:pt>
                <c:pt idx="2160">
                  <c:v>99.310869657125949</c:v>
                </c:pt>
                <c:pt idx="2161">
                  <c:v>99.044518665708367</c:v>
                </c:pt>
                <c:pt idx="2162">
                  <c:v>98.998012937048145</c:v>
                </c:pt>
                <c:pt idx="2163">
                  <c:v>96.23726377203738</c:v>
                </c:pt>
                <c:pt idx="2164">
                  <c:v>96.23726377203738</c:v>
                </c:pt>
                <c:pt idx="2165">
                  <c:v>96.23726377203738</c:v>
                </c:pt>
                <c:pt idx="2166">
                  <c:v>95.433983004270061</c:v>
                </c:pt>
                <c:pt idx="2167">
                  <c:v>94.389718006172572</c:v>
                </c:pt>
                <c:pt idx="2168">
                  <c:v>93.353908595104215</c:v>
                </c:pt>
                <c:pt idx="2169">
                  <c:v>93.024140700968161</c:v>
                </c:pt>
                <c:pt idx="2170">
                  <c:v>93.941571893628705</c:v>
                </c:pt>
                <c:pt idx="2171">
                  <c:v>93.941571893628705</c:v>
                </c:pt>
                <c:pt idx="2172">
                  <c:v>93.941571893628705</c:v>
                </c:pt>
                <c:pt idx="2173">
                  <c:v>93.569526064347016</c:v>
                </c:pt>
                <c:pt idx="2174">
                  <c:v>92.005242463958055</c:v>
                </c:pt>
                <c:pt idx="2175">
                  <c:v>91.929142180695891</c:v>
                </c:pt>
                <c:pt idx="2176">
                  <c:v>93.797826914133523</c:v>
                </c:pt>
                <c:pt idx="2177">
                  <c:v>95.746839724347865</c:v>
                </c:pt>
                <c:pt idx="2178">
                  <c:v>95.746839724347865</c:v>
                </c:pt>
                <c:pt idx="2179">
                  <c:v>95.746839724347865</c:v>
                </c:pt>
                <c:pt idx="2180">
                  <c:v>97.129328203610541</c:v>
                </c:pt>
                <c:pt idx="2181">
                  <c:v>95.531222255105064</c:v>
                </c:pt>
                <c:pt idx="2182">
                  <c:v>96.14848010823151</c:v>
                </c:pt>
                <c:pt idx="2183">
                  <c:v>96.233035978522807</c:v>
                </c:pt>
                <c:pt idx="2184">
                  <c:v>93.852788229822863</c:v>
                </c:pt>
                <c:pt idx="2185">
                  <c:v>93.852788229822863</c:v>
                </c:pt>
                <c:pt idx="2186">
                  <c:v>93.852788229822863</c:v>
                </c:pt>
                <c:pt idx="2187">
                  <c:v>92.220859933200856</c:v>
                </c:pt>
                <c:pt idx="2188">
                  <c:v>91.138544793472292</c:v>
                </c:pt>
                <c:pt idx="2189">
                  <c:v>90.956749672345993</c:v>
                </c:pt>
                <c:pt idx="2190">
                  <c:v>90.466325624656491</c:v>
                </c:pt>
                <c:pt idx="2191">
                  <c:v>87.519553545004854</c:v>
                </c:pt>
                <c:pt idx="2192">
                  <c:v>87.519553545004854</c:v>
                </c:pt>
                <c:pt idx="2193">
                  <c:v>87.519553545004854</c:v>
                </c:pt>
                <c:pt idx="2194">
                  <c:v>86.813512028072552</c:v>
                </c:pt>
                <c:pt idx="2195">
                  <c:v>87.257430347101845</c:v>
                </c:pt>
                <c:pt idx="2196">
                  <c:v>88.014205386208943</c:v>
                </c:pt>
                <c:pt idx="2197">
                  <c:v>85.236545047139899</c:v>
                </c:pt>
                <c:pt idx="2198">
                  <c:v>85.866486280810037</c:v>
                </c:pt>
                <c:pt idx="2199">
                  <c:v>85.866486280810037</c:v>
                </c:pt>
                <c:pt idx="2200">
                  <c:v>85.866486280810037</c:v>
                </c:pt>
                <c:pt idx="2201">
                  <c:v>87.997294212150663</c:v>
                </c:pt>
                <c:pt idx="2202">
                  <c:v>90.711537648501249</c:v>
                </c:pt>
                <c:pt idx="2203">
                  <c:v>90.479009005200183</c:v>
                </c:pt>
                <c:pt idx="2204">
                  <c:v>90.009723925083492</c:v>
                </c:pt>
                <c:pt idx="2205">
                  <c:v>88.834397328034498</c:v>
                </c:pt>
                <c:pt idx="2206">
                  <c:v>88.834397328034498</c:v>
                </c:pt>
                <c:pt idx="2207">
                  <c:v>88.834397328034498</c:v>
                </c:pt>
                <c:pt idx="2208">
                  <c:v>88.724474696655818</c:v>
                </c:pt>
                <c:pt idx="2209">
                  <c:v>87.781676742907877</c:v>
                </c:pt>
                <c:pt idx="2210">
                  <c:v>87.485731196888352</c:v>
                </c:pt>
                <c:pt idx="2211">
                  <c:v>88.348201073859556</c:v>
                </c:pt>
                <c:pt idx="2212">
                  <c:v>87.062951845431868</c:v>
                </c:pt>
                <c:pt idx="2213">
                  <c:v>87.062951845431868</c:v>
                </c:pt>
                <c:pt idx="2214">
                  <c:v>87.062951845431868</c:v>
                </c:pt>
                <c:pt idx="2215">
                  <c:v>88.944319959413178</c:v>
                </c:pt>
                <c:pt idx="2216">
                  <c:v>89.409377246015296</c:v>
                </c:pt>
                <c:pt idx="2217">
                  <c:v>88.745613664228642</c:v>
                </c:pt>
                <c:pt idx="2218">
                  <c:v>89.764511901238748</c:v>
                </c:pt>
                <c:pt idx="2219">
                  <c:v>91.248467424850972</c:v>
                </c:pt>
                <c:pt idx="2220">
                  <c:v>91.248467424850972</c:v>
                </c:pt>
                <c:pt idx="2221">
                  <c:v>91.248467424850972</c:v>
                </c:pt>
                <c:pt idx="2222">
                  <c:v>91.590918699530704</c:v>
                </c:pt>
                <c:pt idx="2223">
                  <c:v>92.859256753900127</c:v>
                </c:pt>
                <c:pt idx="2224">
                  <c:v>93.02836849448272</c:v>
                </c:pt>
                <c:pt idx="2225">
                  <c:v>94.034583350949134</c:v>
                </c:pt>
                <c:pt idx="2226">
                  <c:v>94.575740920813416</c:v>
                </c:pt>
                <c:pt idx="2227">
                  <c:v>94.575740920813416</c:v>
                </c:pt>
                <c:pt idx="2228">
                  <c:v>94.575740920813416</c:v>
                </c:pt>
                <c:pt idx="2229">
                  <c:v>94.550374159726033</c:v>
                </c:pt>
                <c:pt idx="2230">
                  <c:v>95.915951464930444</c:v>
                </c:pt>
                <c:pt idx="2231">
                  <c:v>95.467805352386591</c:v>
                </c:pt>
                <c:pt idx="2232">
                  <c:v>96.140024521202378</c:v>
                </c:pt>
                <c:pt idx="2233">
                  <c:v>97.476007271804846</c:v>
                </c:pt>
                <c:pt idx="2234">
                  <c:v>97.476007271804846</c:v>
                </c:pt>
                <c:pt idx="2235">
                  <c:v>97.476007271804846</c:v>
                </c:pt>
                <c:pt idx="2236">
                  <c:v>98.28351583308671</c:v>
                </c:pt>
                <c:pt idx="2237">
                  <c:v>98.059442776814777</c:v>
                </c:pt>
                <c:pt idx="2238">
                  <c:v>96.896799560309475</c:v>
                </c:pt>
                <c:pt idx="2239">
                  <c:v>98.291971420115843</c:v>
                </c:pt>
                <c:pt idx="2240">
                  <c:v>98.900773686213171</c:v>
                </c:pt>
                <c:pt idx="2241">
                  <c:v>98.900773686213171</c:v>
                </c:pt>
                <c:pt idx="2242">
                  <c:v>98.900773686213171</c:v>
                </c:pt>
                <c:pt idx="2243">
                  <c:v>99.06988542679575</c:v>
                </c:pt>
                <c:pt idx="2244">
                  <c:v>100.19870629518455</c:v>
                </c:pt>
                <c:pt idx="2245">
                  <c:v>98.169365408193457</c:v>
                </c:pt>
                <c:pt idx="2246">
                  <c:v>97.911470003805007</c:v>
                </c:pt>
                <c:pt idx="2247">
                  <c:v>98.072126157358468</c:v>
                </c:pt>
                <c:pt idx="2248">
                  <c:v>98.072126157358468</c:v>
                </c:pt>
                <c:pt idx="2249">
                  <c:v>98.072126157358468</c:v>
                </c:pt>
                <c:pt idx="2250">
                  <c:v>97.213884073901824</c:v>
                </c:pt>
                <c:pt idx="2251">
                  <c:v>98.575233585591675</c:v>
                </c:pt>
                <c:pt idx="2252">
                  <c:v>98.917684860271422</c:v>
                </c:pt>
                <c:pt idx="2253">
                  <c:v>99.120618948970531</c:v>
                </c:pt>
                <c:pt idx="2254">
                  <c:v>99.264363928465727</c:v>
                </c:pt>
                <c:pt idx="2255">
                  <c:v>99.264363928465727</c:v>
                </c:pt>
                <c:pt idx="2256">
                  <c:v>99.264363928465727</c:v>
                </c:pt>
                <c:pt idx="2257">
                  <c:v>97.480235065319405</c:v>
                </c:pt>
                <c:pt idx="2258">
                  <c:v>98.127087473047808</c:v>
                </c:pt>
                <c:pt idx="2259">
                  <c:v>98.879634718640347</c:v>
                </c:pt>
                <c:pt idx="2260">
                  <c:v>97.818458546484592</c:v>
                </c:pt>
                <c:pt idx="2261">
                  <c:v>98.110176298989558</c:v>
                </c:pt>
                <c:pt idx="2262">
                  <c:v>98.110176298989558</c:v>
                </c:pt>
                <c:pt idx="2263">
                  <c:v>98.110176298989558</c:v>
                </c:pt>
                <c:pt idx="2264">
                  <c:v>96.600854014289951</c:v>
                </c:pt>
                <c:pt idx="2265">
                  <c:v>98.917684860271422</c:v>
                </c:pt>
                <c:pt idx="2266">
                  <c:v>99.906988542679571</c:v>
                </c:pt>
                <c:pt idx="2267">
                  <c:v>101.38248847926268</c:v>
                </c:pt>
                <c:pt idx="2268">
                  <c:v>101.58965036147633</c:v>
                </c:pt>
                <c:pt idx="2269">
                  <c:v>101.58965036147633</c:v>
                </c:pt>
                <c:pt idx="2270">
                  <c:v>101.58965036147633</c:v>
                </c:pt>
                <c:pt idx="2271">
                  <c:v>99.513803745825044</c:v>
                </c:pt>
                <c:pt idx="2272">
                  <c:v>103.8980256204287</c:v>
                </c:pt>
                <c:pt idx="2273">
                  <c:v>102.08430220268043</c:v>
                </c:pt>
                <c:pt idx="2274">
                  <c:v>99.906988542679571</c:v>
                </c:pt>
                <c:pt idx="2275">
                  <c:v>99.52648712636875</c:v>
                </c:pt>
                <c:pt idx="2276">
                  <c:v>99.52648712636875</c:v>
                </c:pt>
                <c:pt idx="2277">
                  <c:v>99.52648712636875</c:v>
                </c:pt>
                <c:pt idx="2278">
                  <c:v>102.57472625036993</c:v>
                </c:pt>
                <c:pt idx="2279">
                  <c:v>103.34418467002071</c:v>
                </c:pt>
                <c:pt idx="2280">
                  <c:v>106.06265589988585</c:v>
                </c:pt>
                <c:pt idx="2281">
                  <c:v>105.30588086077877</c:v>
                </c:pt>
                <c:pt idx="2282">
                  <c:v>105.63564875491483</c:v>
                </c:pt>
                <c:pt idx="2283">
                  <c:v>105.63564875491483</c:v>
                </c:pt>
                <c:pt idx="2284">
                  <c:v>105.63564875491483</c:v>
                </c:pt>
                <c:pt idx="2285">
                  <c:v>105.63564875491483</c:v>
                </c:pt>
                <c:pt idx="2286">
                  <c:v>105.27205851266224</c:v>
                </c:pt>
                <c:pt idx="2287">
                  <c:v>105.6018264067983</c:v>
                </c:pt>
                <c:pt idx="2288">
                  <c:v>107.42400541157571</c:v>
                </c:pt>
                <c:pt idx="2289">
                  <c:v>105.78362152792458</c:v>
                </c:pt>
                <c:pt idx="2290">
                  <c:v>105.78362152792458</c:v>
                </c:pt>
                <c:pt idx="2291">
                  <c:v>105.78362152792458</c:v>
                </c:pt>
                <c:pt idx="2292">
                  <c:v>107.00122606011921</c:v>
                </c:pt>
                <c:pt idx="2293">
                  <c:v>106.9800870925464</c:v>
                </c:pt>
                <c:pt idx="2294">
                  <c:v>108.10045237390607</c:v>
                </c:pt>
                <c:pt idx="2295">
                  <c:v>107.61848391324568</c:v>
                </c:pt>
                <c:pt idx="2296">
                  <c:v>109.12780619794529</c:v>
                </c:pt>
                <c:pt idx="2297">
                  <c:v>109.12780619794529</c:v>
                </c:pt>
                <c:pt idx="2298">
                  <c:v>109.12780619794529</c:v>
                </c:pt>
                <c:pt idx="2299">
                  <c:v>109.08975605631419</c:v>
                </c:pt>
                <c:pt idx="2300">
                  <c:v>109.79156977973194</c:v>
                </c:pt>
                <c:pt idx="2301">
                  <c:v>108.68811567243056</c:v>
                </c:pt>
                <c:pt idx="2302">
                  <c:v>110.01564283600389</c:v>
                </c:pt>
                <c:pt idx="2303">
                  <c:v>111.42349807635397</c:v>
                </c:pt>
                <c:pt idx="2304">
                  <c:v>111.42349807635397</c:v>
                </c:pt>
                <c:pt idx="2305">
                  <c:v>111.42349807635397</c:v>
                </c:pt>
                <c:pt idx="2306">
                  <c:v>111.49959835961612</c:v>
                </c:pt>
                <c:pt idx="2307">
                  <c:v>111.3220310320044</c:v>
                </c:pt>
                <c:pt idx="2308">
                  <c:v>111.01762989895572</c:v>
                </c:pt>
                <c:pt idx="2309">
                  <c:v>108.9121887287025</c:v>
                </c:pt>
                <c:pt idx="2310">
                  <c:v>109.9057202046252</c:v>
                </c:pt>
                <c:pt idx="2311">
                  <c:v>109.9057202046252</c:v>
                </c:pt>
                <c:pt idx="2312">
                  <c:v>109.9057202046252</c:v>
                </c:pt>
                <c:pt idx="2313">
                  <c:v>111.28398089037333</c:v>
                </c:pt>
                <c:pt idx="2314">
                  <c:v>110.77241787511099</c:v>
                </c:pt>
                <c:pt idx="2315">
                  <c:v>109.57595231048916</c:v>
                </c:pt>
                <c:pt idx="2316">
                  <c:v>111.17405825899462</c:v>
                </c:pt>
                <c:pt idx="2317">
                  <c:v>111.66871010019869</c:v>
                </c:pt>
                <c:pt idx="2318">
                  <c:v>111.66871010019869</c:v>
                </c:pt>
                <c:pt idx="2319">
                  <c:v>111.66871010019869</c:v>
                </c:pt>
                <c:pt idx="2320">
                  <c:v>110.64135627615947</c:v>
                </c:pt>
                <c:pt idx="2321">
                  <c:v>112.26482898575235</c:v>
                </c:pt>
                <c:pt idx="2322">
                  <c:v>113.03005961188856</c:v>
                </c:pt>
                <c:pt idx="2323">
                  <c:v>113.03005961188856</c:v>
                </c:pt>
                <c:pt idx="2324">
                  <c:v>112.64110260854861</c:v>
                </c:pt>
                <c:pt idx="2325">
                  <c:v>112.64110260854861</c:v>
                </c:pt>
                <c:pt idx="2326">
                  <c:v>112.64110260854861</c:v>
                </c:pt>
                <c:pt idx="2327">
                  <c:v>112.09148945165516</c:v>
                </c:pt>
                <c:pt idx="2328">
                  <c:v>113.58812835581111</c:v>
                </c:pt>
                <c:pt idx="2329">
                  <c:v>113.49088910497611</c:v>
                </c:pt>
                <c:pt idx="2330">
                  <c:v>115.31306810975353</c:v>
                </c:pt>
                <c:pt idx="2331">
                  <c:v>115.19891768486028</c:v>
                </c:pt>
                <c:pt idx="2332">
                  <c:v>115.19891768486028</c:v>
                </c:pt>
                <c:pt idx="2333">
                  <c:v>115.19891768486028</c:v>
                </c:pt>
                <c:pt idx="2334">
                  <c:v>114.78459392043293</c:v>
                </c:pt>
                <c:pt idx="2335">
                  <c:v>115.64283600388956</c:v>
                </c:pt>
                <c:pt idx="2336">
                  <c:v>115.65974717794782</c:v>
                </c:pt>
                <c:pt idx="2337">
                  <c:v>116.5983173381812</c:v>
                </c:pt>
                <c:pt idx="2338">
                  <c:v>115.96837610451105</c:v>
                </c:pt>
                <c:pt idx="2339">
                  <c:v>115.96837610451105</c:v>
                </c:pt>
                <c:pt idx="2340">
                  <c:v>115.96837610451105</c:v>
                </c:pt>
                <c:pt idx="2341">
                  <c:v>115.79926436392844</c:v>
                </c:pt>
                <c:pt idx="2342">
                  <c:v>113.92635183697631</c:v>
                </c:pt>
                <c:pt idx="2343">
                  <c:v>112.40434617173298</c:v>
                </c:pt>
                <c:pt idx="2344">
                  <c:v>114.13774151270452</c:v>
                </c:pt>
                <c:pt idx="2345">
                  <c:v>112.81021434913119</c:v>
                </c:pt>
                <c:pt idx="2346">
                  <c:v>112.81021434913119</c:v>
                </c:pt>
                <c:pt idx="2347">
                  <c:v>112.81021434913119</c:v>
                </c:pt>
                <c:pt idx="2348">
                  <c:v>113.11884327569442</c:v>
                </c:pt>
                <c:pt idx="2349">
                  <c:v>113.09770430812158</c:v>
                </c:pt>
                <c:pt idx="2350">
                  <c:v>112.9539593286264</c:v>
                </c:pt>
                <c:pt idx="2351">
                  <c:v>113.25413266816049</c:v>
                </c:pt>
                <c:pt idx="2352">
                  <c:v>114.46750940684056</c:v>
                </c:pt>
                <c:pt idx="2353">
                  <c:v>114.46750940684056</c:v>
                </c:pt>
                <c:pt idx="2354">
                  <c:v>114.46750940684056</c:v>
                </c:pt>
                <c:pt idx="2355">
                  <c:v>113.60081173635479</c:v>
                </c:pt>
                <c:pt idx="2356">
                  <c:v>112.0999450386843</c:v>
                </c:pt>
                <c:pt idx="2357">
                  <c:v>113.03005961188856</c:v>
                </c:pt>
                <c:pt idx="2358">
                  <c:v>111.2501585422568</c:v>
                </c:pt>
                <c:pt idx="2359">
                  <c:v>107.94402401386716</c:v>
                </c:pt>
                <c:pt idx="2360">
                  <c:v>107.94402401386716</c:v>
                </c:pt>
                <c:pt idx="2361">
                  <c:v>107.94402401386716</c:v>
                </c:pt>
                <c:pt idx="2362">
                  <c:v>103.86843106582675</c:v>
                </c:pt>
                <c:pt idx="2363">
                  <c:v>105.92313871390522</c:v>
                </c:pt>
                <c:pt idx="2364">
                  <c:v>101.01889823701012</c:v>
                </c:pt>
                <c:pt idx="2365">
                  <c:v>102.5409039022534</c:v>
                </c:pt>
                <c:pt idx="2366">
                  <c:v>102.01665750644739</c:v>
                </c:pt>
                <c:pt idx="2367">
                  <c:v>102.01665750644739</c:v>
                </c:pt>
                <c:pt idx="2368">
                  <c:v>102.01665750644739</c:v>
                </c:pt>
                <c:pt idx="2369">
                  <c:v>102.97213884073901</c:v>
                </c:pt>
                <c:pt idx="2370">
                  <c:v>104.77317887794359</c:v>
                </c:pt>
                <c:pt idx="2371">
                  <c:v>104.16437661184628</c:v>
                </c:pt>
                <c:pt idx="2372">
                  <c:v>103.31881790893334</c:v>
                </c:pt>
                <c:pt idx="2373">
                  <c:v>101.80949562423372</c:v>
                </c:pt>
                <c:pt idx="2374">
                  <c:v>101.80949562423372</c:v>
                </c:pt>
                <c:pt idx="2375">
                  <c:v>101.80949562423372</c:v>
                </c:pt>
                <c:pt idx="2376">
                  <c:v>102.32105863949606</c:v>
                </c:pt>
                <c:pt idx="2377">
                  <c:v>104.45186657083667</c:v>
                </c:pt>
                <c:pt idx="2378">
                  <c:v>106.52771318648797</c:v>
                </c:pt>
                <c:pt idx="2379">
                  <c:v>107.52124466241068</c:v>
                </c:pt>
                <c:pt idx="2380">
                  <c:v>108.54859848644993</c:v>
                </c:pt>
                <c:pt idx="2381">
                  <c:v>108.54859848644993</c:v>
                </c:pt>
                <c:pt idx="2382">
                  <c:v>108.54859848644993</c:v>
                </c:pt>
                <c:pt idx="2383">
                  <c:v>110.47647232909145</c:v>
                </c:pt>
                <c:pt idx="2384">
                  <c:v>108.83608844544032</c:v>
                </c:pt>
                <c:pt idx="2385">
                  <c:v>108.4429036485858</c:v>
                </c:pt>
                <c:pt idx="2386">
                  <c:v>108.86568300004227</c:v>
                </c:pt>
                <c:pt idx="2387">
                  <c:v>108.86568300004227</c:v>
                </c:pt>
                <c:pt idx="2388">
                  <c:v>108.86568300004227</c:v>
                </c:pt>
                <c:pt idx="2389">
                  <c:v>108.86568300004227</c:v>
                </c:pt>
                <c:pt idx="2390">
                  <c:v>108.86568300004227</c:v>
                </c:pt>
                <c:pt idx="2391">
                  <c:v>110.4341943939458</c:v>
                </c:pt>
                <c:pt idx="2392">
                  <c:v>110.56525599289731</c:v>
                </c:pt>
                <c:pt idx="2393">
                  <c:v>111.16137487845094</c:v>
                </c:pt>
                <c:pt idx="2394">
                  <c:v>112.112628419228</c:v>
                </c:pt>
                <c:pt idx="2395">
                  <c:v>112.112628419228</c:v>
                </c:pt>
                <c:pt idx="2396">
                  <c:v>112.112628419228</c:v>
                </c:pt>
                <c:pt idx="2397">
                  <c:v>111.7067602418298</c:v>
                </c:pt>
                <c:pt idx="2398">
                  <c:v>112.12953959328627</c:v>
                </c:pt>
                <c:pt idx="2399">
                  <c:v>111.83359404726671</c:v>
                </c:pt>
                <c:pt idx="2400">
                  <c:v>109.85498668245042</c:v>
                </c:pt>
                <c:pt idx="2401">
                  <c:v>110.29467720796515</c:v>
                </c:pt>
                <c:pt idx="2402">
                  <c:v>110.29467720796515</c:v>
                </c:pt>
                <c:pt idx="2403">
                  <c:v>110.29467720796515</c:v>
                </c:pt>
                <c:pt idx="2404">
                  <c:v>109.89726461759608</c:v>
                </c:pt>
                <c:pt idx="2405">
                  <c:v>107.52970024943981</c:v>
                </c:pt>
                <c:pt idx="2406">
                  <c:v>106.41779055510929</c:v>
                </c:pt>
                <c:pt idx="2407">
                  <c:v>107.61002832621655</c:v>
                </c:pt>
                <c:pt idx="2408">
                  <c:v>108.37948674586735</c:v>
                </c:pt>
                <c:pt idx="2409">
                  <c:v>108.37948674586735</c:v>
                </c:pt>
                <c:pt idx="2410">
                  <c:v>108.37948674586735</c:v>
                </c:pt>
                <c:pt idx="2411">
                  <c:v>108.37948674586735</c:v>
                </c:pt>
                <c:pt idx="2412">
                  <c:v>106.85748108062403</c:v>
                </c:pt>
                <c:pt idx="2413">
                  <c:v>108.06240223227496</c:v>
                </c:pt>
                <c:pt idx="2414">
                  <c:v>107.71995095759523</c:v>
                </c:pt>
                <c:pt idx="2415">
                  <c:v>111.15714708493638</c:v>
                </c:pt>
                <c:pt idx="2416">
                  <c:v>111.15714708493638</c:v>
                </c:pt>
                <c:pt idx="2417">
                  <c:v>111.15714708493638</c:v>
                </c:pt>
                <c:pt idx="2418">
                  <c:v>111.15714708493638</c:v>
                </c:pt>
                <c:pt idx="2419">
                  <c:v>110.89925168054793</c:v>
                </c:pt>
                <c:pt idx="2420">
                  <c:v>110.98803534435378</c:v>
                </c:pt>
                <c:pt idx="2421">
                  <c:v>110.18475457658647</c:v>
                </c:pt>
                <c:pt idx="2422">
                  <c:v>110.59062275398468</c:v>
                </c:pt>
                <c:pt idx="2423">
                  <c:v>110.59062275398468</c:v>
                </c:pt>
                <c:pt idx="2424">
                  <c:v>110.59062275398468</c:v>
                </c:pt>
                <c:pt idx="2425">
                  <c:v>111.31357544497527</c:v>
                </c:pt>
                <c:pt idx="2426">
                  <c:v>111.42349807635397</c:v>
                </c:pt>
                <c:pt idx="2427">
                  <c:v>112.50158542256796</c:v>
                </c:pt>
                <c:pt idx="2428">
                  <c:v>113.27104384221876</c:v>
                </c:pt>
                <c:pt idx="2429">
                  <c:v>113.44861116983044</c:v>
                </c:pt>
                <c:pt idx="2430">
                  <c:v>113.44861116983044</c:v>
                </c:pt>
                <c:pt idx="2431">
                  <c:v>113.44861116983044</c:v>
                </c:pt>
                <c:pt idx="2432">
                  <c:v>113.98554094618018</c:v>
                </c:pt>
                <c:pt idx="2433">
                  <c:v>113.88407390183065</c:v>
                </c:pt>
                <c:pt idx="2434">
                  <c:v>111.95197226567456</c:v>
                </c:pt>
                <c:pt idx="2435">
                  <c:v>112.66646936963598</c:v>
                </c:pt>
                <c:pt idx="2436">
                  <c:v>114.59857100579207</c:v>
                </c:pt>
                <c:pt idx="2437">
                  <c:v>114.59857100579207</c:v>
                </c:pt>
                <c:pt idx="2438">
                  <c:v>114.59857100579207</c:v>
                </c:pt>
                <c:pt idx="2439">
                  <c:v>114.01090770726758</c:v>
                </c:pt>
                <c:pt idx="2440">
                  <c:v>113.37673868008287</c:v>
                </c:pt>
                <c:pt idx="2441">
                  <c:v>112.33670147549992</c:v>
                </c:pt>
                <c:pt idx="2442">
                  <c:v>113.67268422610239</c:v>
                </c:pt>
                <c:pt idx="2443">
                  <c:v>115.82885891853043</c:v>
                </c:pt>
                <c:pt idx="2444">
                  <c:v>115.82885891853043</c:v>
                </c:pt>
                <c:pt idx="2445">
                  <c:v>115.82885891853043</c:v>
                </c:pt>
                <c:pt idx="2446">
                  <c:v>115.54559675305458</c:v>
                </c:pt>
                <c:pt idx="2447">
                  <c:v>116.71246776307444</c:v>
                </c:pt>
                <c:pt idx="2448">
                  <c:v>117.38891472540483</c:v>
                </c:pt>
                <c:pt idx="2449">
                  <c:v>117.89202215363804</c:v>
                </c:pt>
                <c:pt idx="2450">
                  <c:v>117.22825857185133</c:v>
                </c:pt>
                <c:pt idx="2451">
                  <c:v>117.22825857185133</c:v>
                </c:pt>
                <c:pt idx="2452">
                  <c:v>117.22825857185133</c:v>
                </c:pt>
                <c:pt idx="2453">
                  <c:v>116.91962964528813</c:v>
                </c:pt>
                <c:pt idx="2454">
                  <c:v>117.24516974590962</c:v>
                </c:pt>
                <c:pt idx="2455">
                  <c:v>117.53265970490001</c:v>
                </c:pt>
                <c:pt idx="2456">
                  <c:v>117.18598063670571</c:v>
                </c:pt>
                <c:pt idx="2457">
                  <c:v>116.48416691328795</c:v>
                </c:pt>
                <c:pt idx="2458">
                  <c:v>116.48416691328795</c:v>
                </c:pt>
                <c:pt idx="2459">
                  <c:v>116.48416691328795</c:v>
                </c:pt>
                <c:pt idx="2460">
                  <c:v>116.20090474781213</c:v>
                </c:pt>
                <c:pt idx="2461">
                  <c:v>116.19244916078297</c:v>
                </c:pt>
                <c:pt idx="2462">
                  <c:v>116.80547922039486</c:v>
                </c:pt>
                <c:pt idx="2463">
                  <c:v>115.88804802773434</c:v>
                </c:pt>
                <c:pt idx="2464">
                  <c:v>112.69606392423795</c:v>
                </c:pt>
                <c:pt idx="2465">
                  <c:v>112.69606392423795</c:v>
                </c:pt>
                <c:pt idx="2466">
                  <c:v>112.69606392423795</c:v>
                </c:pt>
                <c:pt idx="2467">
                  <c:v>112.03230034245128</c:v>
                </c:pt>
                <c:pt idx="2468">
                  <c:v>112.17604532194648</c:v>
                </c:pt>
                <c:pt idx="2469">
                  <c:v>113.46552234388871</c:v>
                </c:pt>
                <c:pt idx="2470">
                  <c:v>114.26457531814145</c:v>
                </c:pt>
                <c:pt idx="2471">
                  <c:v>115.41030736058853</c:v>
                </c:pt>
                <c:pt idx="2472">
                  <c:v>115.41030736058853</c:v>
                </c:pt>
                <c:pt idx="2473">
                  <c:v>115.41030736058853</c:v>
                </c:pt>
                <c:pt idx="2474">
                  <c:v>115.74007525472456</c:v>
                </c:pt>
                <c:pt idx="2475">
                  <c:v>115.40185177355937</c:v>
                </c:pt>
                <c:pt idx="2476">
                  <c:v>114.78882171394748</c:v>
                </c:pt>
                <c:pt idx="2477">
                  <c:v>111.84204963429588</c:v>
                </c:pt>
                <c:pt idx="2478">
                  <c:v>112.77216420750011</c:v>
                </c:pt>
                <c:pt idx="2479">
                  <c:v>112.77216420750011</c:v>
                </c:pt>
                <c:pt idx="2480">
                  <c:v>112.77216420750011</c:v>
                </c:pt>
                <c:pt idx="2481">
                  <c:v>113.32177736439353</c:v>
                </c:pt>
                <c:pt idx="2482">
                  <c:v>114.12505813216083</c:v>
                </c:pt>
                <c:pt idx="2483">
                  <c:v>115.4694964697924</c:v>
                </c:pt>
                <c:pt idx="2484">
                  <c:v>116.84775715554052</c:v>
                </c:pt>
                <c:pt idx="2485">
                  <c:v>115.16509533674375</c:v>
                </c:pt>
                <c:pt idx="2486">
                  <c:v>115.16509533674375</c:v>
                </c:pt>
                <c:pt idx="2487">
                  <c:v>115.16509533674375</c:v>
                </c:pt>
                <c:pt idx="2488">
                  <c:v>114.99175580264659</c:v>
                </c:pt>
                <c:pt idx="2489">
                  <c:v>116.18822136726843</c:v>
                </c:pt>
                <c:pt idx="2490">
                  <c:v>116.22627150889953</c:v>
                </c:pt>
                <c:pt idx="2491">
                  <c:v>116.7801124593075</c:v>
                </c:pt>
                <c:pt idx="2492">
                  <c:v>116.67864541495794</c:v>
                </c:pt>
                <c:pt idx="2493">
                  <c:v>116.67864541495794</c:v>
                </c:pt>
                <c:pt idx="2494">
                  <c:v>116.67864541495794</c:v>
                </c:pt>
                <c:pt idx="2495">
                  <c:v>117.08451359235615</c:v>
                </c:pt>
                <c:pt idx="2496">
                  <c:v>117.60875998816218</c:v>
                </c:pt>
                <c:pt idx="2497">
                  <c:v>117.00418551557942</c:v>
                </c:pt>
                <c:pt idx="2498">
                  <c:v>118.13723417748277</c:v>
                </c:pt>
                <c:pt idx="2499">
                  <c:v>118.9616539128229</c:v>
                </c:pt>
                <c:pt idx="2500">
                  <c:v>118.9616539128229</c:v>
                </c:pt>
                <c:pt idx="2501">
                  <c:v>118.9616539128229</c:v>
                </c:pt>
                <c:pt idx="2502">
                  <c:v>119.26182725235699</c:v>
                </c:pt>
                <c:pt idx="2503">
                  <c:v>118.49236883270619</c:v>
                </c:pt>
                <c:pt idx="2504">
                  <c:v>117.85819980552148</c:v>
                </c:pt>
                <c:pt idx="2505">
                  <c:v>117.85819980552148</c:v>
                </c:pt>
                <c:pt idx="2506">
                  <c:v>118.32748488563819</c:v>
                </c:pt>
                <c:pt idx="2507">
                  <c:v>118.32748488563819</c:v>
                </c:pt>
                <c:pt idx="2508">
                  <c:v>118.32748488563819</c:v>
                </c:pt>
                <c:pt idx="2509">
                  <c:v>118.25561239589058</c:v>
                </c:pt>
                <c:pt idx="2510">
                  <c:v>116.27700503107428</c:v>
                </c:pt>
                <c:pt idx="2511">
                  <c:v>116.63213968629773</c:v>
                </c:pt>
                <c:pt idx="2512">
                  <c:v>116.70401217604534</c:v>
                </c:pt>
                <c:pt idx="2513">
                  <c:v>116.47993911977339</c:v>
                </c:pt>
                <c:pt idx="2514">
                  <c:v>116.47993911977339</c:v>
                </c:pt>
                <c:pt idx="2515">
                  <c:v>116.47993911977339</c:v>
                </c:pt>
                <c:pt idx="2516">
                  <c:v>118.05690610070604</c:v>
                </c:pt>
                <c:pt idx="2517">
                  <c:v>116.72092335010358</c:v>
                </c:pt>
                <c:pt idx="2518">
                  <c:v>115.48640764385067</c:v>
                </c:pt>
                <c:pt idx="2519">
                  <c:v>115.17777871728745</c:v>
                </c:pt>
                <c:pt idx="2520">
                  <c:v>114.33222001437451</c:v>
                </c:pt>
                <c:pt idx="2521">
                  <c:v>114.33222001437451</c:v>
                </c:pt>
                <c:pt idx="2522">
                  <c:v>114.33222001437451</c:v>
                </c:pt>
                <c:pt idx="2523">
                  <c:v>115.85422567961781</c:v>
                </c:pt>
                <c:pt idx="2524">
                  <c:v>116.29814399864711</c:v>
                </c:pt>
                <c:pt idx="2525">
                  <c:v>116.31928296621992</c:v>
                </c:pt>
                <c:pt idx="2526">
                  <c:v>115.11436181456895</c:v>
                </c:pt>
                <c:pt idx="2527">
                  <c:v>115.68511393903522</c:v>
                </c:pt>
                <c:pt idx="2528">
                  <c:v>115.68511393903522</c:v>
                </c:pt>
                <c:pt idx="2529">
                  <c:v>115.68511393903522</c:v>
                </c:pt>
                <c:pt idx="2530">
                  <c:v>117.03800786369594</c:v>
                </c:pt>
                <c:pt idx="2531">
                  <c:v>117.95966684987104</c:v>
                </c:pt>
                <c:pt idx="2532">
                  <c:v>118.01462816556038</c:v>
                </c:pt>
                <c:pt idx="2533">
                  <c:v>117.77787172874477</c:v>
                </c:pt>
                <c:pt idx="2534">
                  <c:v>118.81368113981313</c:v>
                </c:pt>
                <c:pt idx="2535">
                  <c:v>118.81368113981313</c:v>
                </c:pt>
                <c:pt idx="2536">
                  <c:v>118.81368113981313</c:v>
                </c:pt>
                <c:pt idx="2537">
                  <c:v>118.33594047266732</c:v>
                </c:pt>
                <c:pt idx="2538">
                  <c:v>117.85819980552148</c:v>
                </c:pt>
                <c:pt idx="2539">
                  <c:v>116.42497780408405</c:v>
                </c:pt>
                <c:pt idx="2540">
                  <c:v>115.27924576163701</c:v>
                </c:pt>
                <c:pt idx="2541">
                  <c:v>116.23049930241407</c:v>
                </c:pt>
                <c:pt idx="2542">
                  <c:v>116.23049930241407</c:v>
                </c:pt>
                <c:pt idx="2543">
                  <c:v>116.23049930241407</c:v>
                </c:pt>
                <c:pt idx="2544">
                  <c:v>116.73360673064728</c:v>
                </c:pt>
                <c:pt idx="2545">
                  <c:v>116.87735171014246</c:v>
                </c:pt>
                <c:pt idx="2546">
                  <c:v>116.89426288420073</c:v>
                </c:pt>
                <c:pt idx="2547">
                  <c:v>118.89823701010442</c:v>
                </c:pt>
                <c:pt idx="2548">
                  <c:v>118.18796769965756</c:v>
                </c:pt>
                <c:pt idx="2549">
                  <c:v>118.18796769965756</c:v>
                </c:pt>
                <c:pt idx="2550">
                  <c:v>118.18796769965756</c:v>
                </c:pt>
                <c:pt idx="2551">
                  <c:v>116.56872278357926</c:v>
                </c:pt>
                <c:pt idx="2552">
                  <c:v>117.59607660761849</c:v>
                </c:pt>
                <c:pt idx="2553">
                  <c:v>118.15837314505559</c:v>
                </c:pt>
                <c:pt idx="2554">
                  <c:v>116.60254513169576</c:v>
                </c:pt>
                <c:pt idx="2555">
                  <c:v>115.78235318987021</c:v>
                </c:pt>
                <c:pt idx="2556">
                  <c:v>115.78235318987021</c:v>
                </c:pt>
                <c:pt idx="2557">
                  <c:v>115.78235318987021</c:v>
                </c:pt>
                <c:pt idx="2558">
                  <c:v>115.74853084175368</c:v>
                </c:pt>
                <c:pt idx="2559">
                  <c:v>114.26034752462688</c:v>
                </c:pt>
                <c:pt idx="2560">
                  <c:v>114.62393776687946</c:v>
                </c:pt>
                <c:pt idx="2561">
                  <c:v>115.24542341352047</c:v>
                </c:pt>
                <c:pt idx="2562">
                  <c:v>115.15663974971461</c:v>
                </c:pt>
                <c:pt idx="2563">
                  <c:v>115.15663974971461</c:v>
                </c:pt>
                <c:pt idx="2564">
                  <c:v>115.15663974971461</c:v>
                </c:pt>
                <c:pt idx="2565">
                  <c:v>114.30685325328712</c:v>
                </c:pt>
                <c:pt idx="2566">
                  <c:v>112.82289772967489</c:v>
                </c:pt>
                <c:pt idx="2567">
                  <c:v>112.81444214264573</c:v>
                </c:pt>
                <c:pt idx="2568">
                  <c:v>113.06810975351964</c:v>
                </c:pt>
                <c:pt idx="2569">
                  <c:v>114.44214264575319</c:v>
                </c:pt>
                <c:pt idx="2570">
                  <c:v>114.44214264575319</c:v>
                </c:pt>
                <c:pt idx="2571">
                  <c:v>114.44214264575319</c:v>
                </c:pt>
                <c:pt idx="2572">
                  <c:v>114.06164122944236</c:v>
                </c:pt>
                <c:pt idx="2573">
                  <c:v>116.07407094237519</c:v>
                </c:pt>
                <c:pt idx="2574">
                  <c:v>117.08028579884157</c:v>
                </c:pt>
                <c:pt idx="2575">
                  <c:v>116.5983173381812</c:v>
                </c:pt>
                <c:pt idx="2576">
                  <c:v>115.93878154990911</c:v>
                </c:pt>
                <c:pt idx="2577">
                  <c:v>115.93878154990911</c:v>
                </c:pt>
                <c:pt idx="2578">
                  <c:v>115.93878154990911</c:v>
                </c:pt>
                <c:pt idx="2579">
                  <c:v>116.22204371538494</c:v>
                </c:pt>
                <c:pt idx="2580">
                  <c:v>116.50530588086076</c:v>
                </c:pt>
                <c:pt idx="2581">
                  <c:v>115.22005665243309</c:v>
                </c:pt>
                <c:pt idx="2582">
                  <c:v>112.73834185938361</c:v>
                </c:pt>
                <c:pt idx="2583">
                  <c:v>110.76396228808186</c:v>
                </c:pt>
                <c:pt idx="2584">
                  <c:v>110.76396228808186</c:v>
                </c:pt>
                <c:pt idx="2585">
                  <c:v>110.76396228808186</c:v>
                </c:pt>
                <c:pt idx="2586">
                  <c:v>110.22703251173213</c:v>
                </c:pt>
                <c:pt idx="2587">
                  <c:v>110.9499852027227</c:v>
                </c:pt>
                <c:pt idx="2588">
                  <c:v>110.32004396905255</c:v>
                </c:pt>
                <c:pt idx="2589">
                  <c:v>107.85101255654675</c:v>
                </c:pt>
                <c:pt idx="2590">
                  <c:v>107.97784636198369</c:v>
                </c:pt>
                <c:pt idx="2591">
                  <c:v>107.97784636198369</c:v>
                </c:pt>
                <c:pt idx="2592">
                  <c:v>107.97784636198369</c:v>
                </c:pt>
                <c:pt idx="2593">
                  <c:v>108.89527755464424</c:v>
                </c:pt>
                <c:pt idx="2594">
                  <c:v>109.57595231048916</c:v>
                </c:pt>
                <c:pt idx="2595">
                  <c:v>110.42996660043123</c:v>
                </c:pt>
                <c:pt idx="2596">
                  <c:v>111.16983046548006</c:v>
                </c:pt>
                <c:pt idx="2597">
                  <c:v>112.31556250792711</c:v>
                </c:pt>
                <c:pt idx="2598">
                  <c:v>112.31556250792711</c:v>
                </c:pt>
                <c:pt idx="2599">
                  <c:v>112.31556250792711</c:v>
                </c:pt>
                <c:pt idx="2600">
                  <c:v>112.20563987654842</c:v>
                </c:pt>
                <c:pt idx="2601">
                  <c:v>111.11064135627615</c:v>
                </c:pt>
                <c:pt idx="2602">
                  <c:v>110.88234050648967</c:v>
                </c:pt>
                <c:pt idx="2603">
                  <c:v>110.8781127129751</c:v>
                </c:pt>
                <c:pt idx="2604">
                  <c:v>111.40658690229569</c:v>
                </c:pt>
                <c:pt idx="2605">
                  <c:v>111.40658690229569</c:v>
                </c:pt>
                <c:pt idx="2606">
                  <c:v>111.40658690229569</c:v>
                </c:pt>
                <c:pt idx="2607">
                  <c:v>113.0131484378303</c:v>
                </c:pt>
                <c:pt idx="2608">
                  <c:v>115.09322284699617</c:v>
                </c:pt>
                <c:pt idx="2609">
                  <c:v>115.71893628715173</c:v>
                </c:pt>
                <c:pt idx="2610">
                  <c:v>113.81220141208304</c:v>
                </c:pt>
                <c:pt idx="2611">
                  <c:v>115.36802942544287</c:v>
                </c:pt>
                <c:pt idx="2612">
                  <c:v>115.36802942544287</c:v>
                </c:pt>
                <c:pt idx="2613">
                  <c:v>115.36802942544287</c:v>
                </c:pt>
                <c:pt idx="2614">
                  <c:v>116.43766118462776</c:v>
                </c:pt>
                <c:pt idx="2615">
                  <c:v>114.19693062190844</c:v>
                </c:pt>
                <c:pt idx="2616">
                  <c:v>114.4759649938697</c:v>
                </c:pt>
                <c:pt idx="2617">
                  <c:v>114.74654377880185</c:v>
                </c:pt>
                <c:pt idx="2618">
                  <c:v>115.15663974971461</c:v>
                </c:pt>
                <c:pt idx="2619">
                  <c:v>115.15663974971461</c:v>
                </c:pt>
                <c:pt idx="2620">
                  <c:v>115.15663974971461</c:v>
                </c:pt>
                <c:pt idx="2621">
                  <c:v>114.78036612691835</c:v>
                </c:pt>
                <c:pt idx="2622">
                  <c:v>114.49710396144252</c:v>
                </c:pt>
                <c:pt idx="2623">
                  <c:v>115.45258529573414</c:v>
                </c:pt>
                <c:pt idx="2624">
                  <c:v>116.04870418128779</c:v>
                </c:pt>
                <c:pt idx="2625">
                  <c:v>117.66794909736609</c:v>
                </c:pt>
                <c:pt idx="2626">
                  <c:v>117.66794909736609</c:v>
                </c:pt>
                <c:pt idx="2627">
                  <c:v>117.66794909736609</c:v>
                </c:pt>
                <c:pt idx="2628">
                  <c:v>117.69331585845346</c:v>
                </c:pt>
                <c:pt idx="2629">
                  <c:v>118.40781296241491</c:v>
                </c:pt>
                <c:pt idx="2630">
                  <c:v>118.42049634295861</c:v>
                </c:pt>
                <c:pt idx="2631">
                  <c:v>117.49460956326894</c:v>
                </c:pt>
                <c:pt idx="2632">
                  <c:v>118.82213672684227</c:v>
                </c:pt>
                <c:pt idx="2633">
                  <c:v>118.82213672684227</c:v>
                </c:pt>
                <c:pt idx="2634">
                  <c:v>118.82213672684227</c:v>
                </c:pt>
                <c:pt idx="2635">
                  <c:v>118.37399061429841</c:v>
                </c:pt>
                <c:pt idx="2636">
                  <c:v>118.16260093857016</c:v>
                </c:pt>
                <c:pt idx="2637">
                  <c:v>118.79254217224032</c:v>
                </c:pt>
                <c:pt idx="2638">
                  <c:v>119.20263814315308</c:v>
                </c:pt>
                <c:pt idx="2639">
                  <c:v>118.97433729336659</c:v>
                </c:pt>
                <c:pt idx="2640">
                  <c:v>118.97433729336659</c:v>
                </c:pt>
                <c:pt idx="2641">
                  <c:v>118.97433729336659</c:v>
                </c:pt>
                <c:pt idx="2642">
                  <c:v>119.29987739398808</c:v>
                </c:pt>
                <c:pt idx="2643">
                  <c:v>120.16234727095929</c:v>
                </c:pt>
                <c:pt idx="2644">
                  <c:v>118.50082441973535</c:v>
                </c:pt>
                <c:pt idx="2645">
                  <c:v>119.10539889231811</c:v>
                </c:pt>
                <c:pt idx="2646">
                  <c:v>119.43939457996871</c:v>
                </c:pt>
                <c:pt idx="2647">
                  <c:v>119.43939457996871</c:v>
                </c:pt>
                <c:pt idx="2648">
                  <c:v>119.43939457996871</c:v>
                </c:pt>
                <c:pt idx="2649">
                  <c:v>119.43939457996871</c:v>
                </c:pt>
                <c:pt idx="2650">
                  <c:v>119.43939457996871</c:v>
                </c:pt>
                <c:pt idx="2651">
                  <c:v>120.95294465818289</c:v>
                </c:pt>
                <c:pt idx="2652">
                  <c:v>120.10315816175536</c:v>
                </c:pt>
                <c:pt idx="2653">
                  <c:v>119.47321692808521</c:v>
                </c:pt>
                <c:pt idx="2654">
                  <c:v>119.47321692808521</c:v>
                </c:pt>
                <c:pt idx="2655">
                  <c:v>119.47321692808521</c:v>
                </c:pt>
                <c:pt idx="2656">
                  <c:v>119.47321692808521</c:v>
                </c:pt>
                <c:pt idx="2657">
                  <c:v>120.67813807973617</c:v>
                </c:pt>
                <c:pt idx="2658">
                  <c:v>119.9086796600854</c:v>
                </c:pt>
                <c:pt idx="2659">
                  <c:v>120.69927704730901</c:v>
                </c:pt>
                <c:pt idx="2660">
                  <c:v>120.83456643977509</c:v>
                </c:pt>
                <c:pt idx="2661">
                  <c:v>120.83456643977509</c:v>
                </c:pt>
                <c:pt idx="2662">
                  <c:v>120.83456643977509</c:v>
                </c:pt>
                <c:pt idx="2663">
                  <c:v>122.31006637635818</c:v>
                </c:pt>
                <c:pt idx="2664">
                  <c:v>121.77313660000844</c:v>
                </c:pt>
                <c:pt idx="2665">
                  <c:v>121.40109077072674</c:v>
                </c:pt>
                <c:pt idx="2666">
                  <c:v>120.09047478121168</c:v>
                </c:pt>
                <c:pt idx="2667">
                  <c:v>121.09246184416354</c:v>
                </c:pt>
                <c:pt idx="2668">
                  <c:v>121.09246184416354</c:v>
                </c:pt>
                <c:pt idx="2669">
                  <c:v>121.09246184416354</c:v>
                </c:pt>
                <c:pt idx="2670">
                  <c:v>120.23421976070688</c:v>
                </c:pt>
                <c:pt idx="2671">
                  <c:v>120.21730858664863</c:v>
                </c:pt>
                <c:pt idx="2672">
                  <c:v>119.0927155117744</c:v>
                </c:pt>
                <c:pt idx="2673">
                  <c:v>119.57891176594934</c:v>
                </c:pt>
                <c:pt idx="2674">
                  <c:v>122.05217097196972</c:v>
                </c:pt>
                <c:pt idx="2675">
                  <c:v>122.05217097196972</c:v>
                </c:pt>
                <c:pt idx="2676">
                  <c:v>122.05217097196972</c:v>
                </c:pt>
                <c:pt idx="2677">
                  <c:v>123.29514226525176</c:v>
                </c:pt>
                <c:pt idx="2678">
                  <c:v>125.28220521709719</c:v>
                </c:pt>
                <c:pt idx="2679">
                  <c:v>126.770388534224</c:v>
                </c:pt>
                <c:pt idx="2680">
                  <c:v>127.94148733775843</c:v>
                </c:pt>
                <c:pt idx="2681">
                  <c:v>126.58436561958315</c:v>
                </c:pt>
                <c:pt idx="2682">
                  <c:v>126.58436561958315</c:v>
                </c:pt>
                <c:pt idx="2683">
                  <c:v>126.58436561958315</c:v>
                </c:pt>
                <c:pt idx="2684">
                  <c:v>127.64131399822433</c:v>
                </c:pt>
                <c:pt idx="2685">
                  <c:v>127.59903606307867</c:v>
                </c:pt>
                <c:pt idx="2686">
                  <c:v>127.61594723713694</c:v>
                </c:pt>
                <c:pt idx="2687">
                  <c:v>127.75123662960301</c:v>
                </c:pt>
                <c:pt idx="2688">
                  <c:v>127.40032976789412</c:v>
                </c:pt>
                <c:pt idx="2689">
                  <c:v>127.40032976789412</c:v>
                </c:pt>
                <c:pt idx="2690">
                  <c:v>127.40032976789412</c:v>
                </c:pt>
                <c:pt idx="2691">
                  <c:v>129.40007610028326</c:v>
                </c:pt>
                <c:pt idx="2692">
                  <c:v>130.82484251469157</c:v>
                </c:pt>
                <c:pt idx="2693">
                  <c:v>130.56694711030312</c:v>
                </c:pt>
                <c:pt idx="2694">
                  <c:v>131.30681097535194</c:v>
                </c:pt>
                <c:pt idx="2695">
                  <c:v>132.39335390859509</c:v>
                </c:pt>
                <c:pt idx="2696">
                  <c:v>132.39335390859509</c:v>
                </c:pt>
                <c:pt idx="2697">
                  <c:v>132.39335390859509</c:v>
                </c:pt>
                <c:pt idx="2698">
                  <c:v>134.6975013740329</c:v>
                </c:pt>
                <c:pt idx="2699">
                  <c:v>133.14590115418764</c:v>
                </c:pt>
                <c:pt idx="2700">
                  <c:v>135.12450851900394</c:v>
                </c:pt>
                <c:pt idx="2701">
                  <c:v>137.10734367733482</c:v>
                </c:pt>
                <c:pt idx="2702">
                  <c:v>136.07998985329556</c:v>
                </c:pt>
                <c:pt idx="2703">
                  <c:v>136.07998985329556</c:v>
                </c:pt>
                <c:pt idx="2704">
                  <c:v>136.07998985329556</c:v>
                </c:pt>
                <c:pt idx="2705">
                  <c:v>135.94892825434405</c:v>
                </c:pt>
                <c:pt idx="2706">
                  <c:v>132.05513042742993</c:v>
                </c:pt>
                <c:pt idx="2707">
                  <c:v>132.25806451612902</c:v>
                </c:pt>
                <c:pt idx="2708">
                  <c:v>137.92753561916035</c:v>
                </c:pt>
                <c:pt idx="2709">
                  <c:v>137.62736227962625</c:v>
                </c:pt>
                <c:pt idx="2710">
                  <c:v>137.62736227962625</c:v>
                </c:pt>
                <c:pt idx="2711">
                  <c:v>137.62736227962625</c:v>
                </c:pt>
                <c:pt idx="2712">
                  <c:v>137.61467889908258</c:v>
                </c:pt>
                <c:pt idx="2713">
                  <c:v>147.32169280852324</c:v>
                </c:pt>
                <c:pt idx="2714">
                  <c:v>148.72532025535872</c:v>
                </c:pt>
                <c:pt idx="2715">
                  <c:v>146.55646218238701</c:v>
                </c:pt>
                <c:pt idx="2716">
                  <c:v>151.52411956200058</c:v>
                </c:pt>
                <c:pt idx="2717">
                  <c:v>151.52411956200058</c:v>
                </c:pt>
                <c:pt idx="2718">
                  <c:v>151.52411956200058</c:v>
                </c:pt>
                <c:pt idx="2719">
                  <c:v>155.72654631547792</c:v>
                </c:pt>
                <c:pt idx="2720">
                  <c:v>156.415676658352</c:v>
                </c:pt>
                <c:pt idx="2721">
                  <c:v>157.05830127256587</c:v>
                </c:pt>
                <c:pt idx="2722">
                  <c:v>154.34405783621528</c:v>
                </c:pt>
                <c:pt idx="2723">
                  <c:v>152.59375132118547</c:v>
                </c:pt>
                <c:pt idx="2724">
                  <c:v>152.59375132118547</c:v>
                </c:pt>
                <c:pt idx="2725">
                  <c:v>152.59375132118547</c:v>
                </c:pt>
                <c:pt idx="2726">
                  <c:v>150.21773136600009</c:v>
                </c:pt>
                <c:pt idx="2727">
                  <c:v>153.85786158204033</c:v>
                </c:pt>
                <c:pt idx="2728">
                  <c:v>155.5151566397497</c:v>
                </c:pt>
                <c:pt idx="2729">
                  <c:v>153.78598909229274</c:v>
                </c:pt>
                <c:pt idx="2730">
                  <c:v>152.55147338603982</c:v>
                </c:pt>
                <c:pt idx="2731">
                  <c:v>152.55147338603982</c:v>
                </c:pt>
                <c:pt idx="2732">
                  <c:v>152.55147338603982</c:v>
                </c:pt>
                <c:pt idx="2733">
                  <c:v>152.12869403458333</c:v>
                </c:pt>
                <c:pt idx="2734">
                  <c:v>152.47537310277767</c:v>
                </c:pt>
                <c:pt idx="2735">
                  <c:v>153.77330571174906</c:v>
                </c:pt>
                <c:pt idx="2736">
                  <c:v>154.85139305796304</c:v>
                </c:pt>
                <c:pt idx="2737">
                  <c:v>154.81334291633198</c:v>
                </c:pt>
                <c:pt idx="2738">
                  <c:v>154.81334291633198</c:v>
                </c:pt>
                <c:pt idx="2739">
                  <c:v>154.81334291633198</c:v>
                </c:pt>
                <c:pt idx="2740">
                  <c:v>156.17046463450723</c:v>
                </c:pt>
                <c:pt idx="2741">
                  <c:v>158.56339576375089</c:v>
                </c:pt>
                <c:pt idx="2742">
                  <c:v>158.93121379951805</c:v>
                </c:pt>
                <c:pt idx="2743">
                  <c:v>160.26296875660591</c:v>
                </c:pt>
                <c:pt idx="2744">
                  <c:v>160.26296875660591</c:v>
                </c:pt>
                <c:pt idx="2745">
                  <c:v>160.26296875660591</c:v>
                </c:pt>
                <c:pt idx="2746">
                  <c:v>160.26296875660591</c:v>
                </c:pt>
                <c:pt idx="2747">
                  <c:v>160.26296875660591</c:v>
                </c:pt>
                <c:pt idx="2748">
                  <c:v>159.83173381812031</c:v>
                </c:pt>
                <c:pt idx="2749">
                  <c:v>161.39601741850927</c:v>
                </c:pt>
                <c:pt idx="2750">
                  <c:v>159.80213926351837</c:v>
                </c:pt>
                <c:pt idx="2751">
                  <c:v>160.23337420200397</c:v>
                </c:pt>
                <c:pt idx="2752">
                  <c:v>160.23337420200397</c:v>
                </c:pt>
                <c:pt idx="2753">
                  <c:v>160.23337420200397</c:v>
                </c:pt>
                <c:pt idx="2754">
                  <c:v>160.42362491015939</c:v>
                </c:pt>
                <c:pt idx="2755">
                  <c:v>159.39627108612015</c:v>
                </c:pt>
                <c:pt idx="2756">
                  <c:v>160.31793007229527</c:v>
                </c:pt>
                <c:pt idx="2757">
                  <c:v>159.76831691540184</c:v>
                </c:pt>
                <c:pt idx="2758">
                  <c:v>158.79592440705196</c:v>
                </c:pt>
                <c:pt idx="2759">
                  <c:v>158.79592440705196</c:v>
                </c:pt>
                <c:pt idx="2760">
                  <c:v>158.79592440705196</c:v>
                </c:pt>
                <c:pt idx="2761">
                  <c:v>157.63328119054668</c:v>
                </c:pt>
                <c:pt idx="2762">
                  <c:v>155.93793599120619</c:v>
                </c:pt>
                <c:pt idx="2763">
                  <c:v>156.31420961400246</c:v>
                </c:pt>
                <c:pt idx="2764">
                  <c:v>156.48332135458506</c:v>
                </c:pt>
                <c:pt idx="2765">
                  <c:v>154.32714666215702</c:v>
                </c:pt>
                <c:pt idx="2766">
                  <c:v>154.32714666215702</c:v>
                </c:pt>
                <c:pt idx="2767">
                  <c:v>154.32714666215702</c:v>
                </c:pt>
                <c:pt idx="2768">
                  <c:v>155.67581279330318</c:v>
                </c:pt>
                <c:pt idx="2769">
                  <c:v>158.0602883355177</c:v>
                </c:pt>
                <c:pt idx="2770">
                  <c:v>157.7093814738088</c:v>
                </c:pt>
                <c:pt idx="2771">
                  <c:v>158.38582843613918</c:v>
                </c:pt>
                <c:pt idx="2772">
                  <c:v>161.8991248467425</c:v>
                </c:pt>
                <c:pt idx="2773">
                  <c:v>161.8991248467425</c:v>
                </c:pt>
                <c:pt idx="2774">
                  <c:v>161.8991248467425</c:v>
                </c:pt>
                <c:pt idx="2775">
                  <c:v>162.22043715384939</c:v>
                </c:pt>
                <c:pt idx="2776">
                  <c:v>161.11275525303344</c:v>
                </c:pt>
                <c:pt idx="2777">
                  <c:v>161.11275525303344</c:v>
                </c:pt>
                <c:pt idx="2778">
                  <c:v>160.86331543567411</c:v>
                </c:pt>
                <c:pt idx="2779">
                  <c:v>160.63078679237307</c:v>
                </c:pt>
                <c:pt idx="2780">
                  <c:v>160.63078679237307</c:v>
                </c:pt>
                <c:pt idx="2781">
                  <c:v>160.63078679237307</c:v>
                </c:pt>
                <c:pt idx="2782">
                  <c:v>162.99412336701474</c:v>
                </c:pt>
                <c:pt idx="2783">
                  <c:v>164.86703589396694</c:v>
                </c:pt>
                <c:pt idx="2784">
                  <c:v>165.35745994165646</c:v>
                </c:pt>
                <c:pt idx="2785">
                  <c:v>165.2898152454234</c:v>
                </c:pt>
                <c:pt idx="2786">
                  <c:v>165.27713186487972</c:v>
                </c:pt>
                <c:pt idx="2787">
                  <c:v>165.27713186487972</c:v>
                </c:pt>
                <c:pt idx="2788">
                  <c:v>165.27713186487972</c:v>
                </c:pt>
                <c:pt idx="2789">
                  <c:v>165.22639834270493</c:v>
                </c:pt>
                <c:pt idx="2790">
                  <c:v>167.34875068701643</c:v>
                </c:pt>
                <c:pt idx="2791">
                  <c:v>169.69940388111445</c:v>
                </c:pt>
                <c:pt idx="2792">
                  <c:v>168.51139390352174</c:v>
                </c:pt>
                <c:pt idx="2793">
                  <c:v>168.96376780958019</c:v>
                </c:pt>
                <c:pt idx="2794">
                  <c:v>168.96376780958019</c:v>
                </c:pt>
                <c:pt idx="2795">
                  <c:v>168.96376780958019</c:v>
                </c:pt>
                <c:pt idx="2796">
                  <c:v>169.45841965078426</c:v>
                </c:pt>
                <c:pt idx="2797">
                  <c:v>168.98067898363846</c:v>
                </c:pt>
                <c:pt idx="2798">
                  <c:v>169.12019616961908</c:v>
                </c:pt>
                <c:pt idx="2799">
                  <c:v>168.84538959117236</c:v>
                </c:pt>
                <c:pt idx="2800">
                  <c:v>168.52407728406544</c:v>
                </c:pt>
                <c:pt idx="2801">
                  <c:v>168.52407728406544</c:v>
                </c:pt>
                <c:pt idx="2802">
                  <c:v>168.52407728406544</c:v>
                </c:pt>
                <c:pt idx="2803">
                  <c:v>168.86230076523063</c:v>
                </c:pt>
                <c:pt idx="2804">
                  <c:v>168.11398131315264</c:v>
                </c:pt>
                <c:pt idx="2805">
                  <c:v>165.92821206612268</c:v>
                </c:pt>
                <c:pt idx="2806">
                  <c:v>176.55688496173846</c:v>
                </c:pt>
                <c:pt idx="2807">
                  <c:v>172.87447681055258</c:v>
                </c:pt>
                <c:pt idx="2808">
                  <c:v>172.87447681055258</c:v>
                </c:pt>
                <c:pt idx="2809">
                  <c:v>172.87447681055258</c:v>
                </c:pt>
                <c:pt idx="2810">
                  <c:v>172.61235361264954</c:v>
                </c:pt>
                <c:pt idx="2811">
                  <c:v>166.66384813765694</c:v>
                </c:pt>
                <c:pt idx="2812">
                  <c:v>169.38231936752209</c:v>
                </c:pt>
                <c:pt idx="2813">
                  <c:v>169.39500274806579</c:v>
                </c:pt>
                <c:pt idx="2814">
                  <c:v>168.86230076523063</c:v>
                </c:pt>
                <c:pt idx="2815">
                  <c:v>168.86230076523063</c:v>
                </c:pt>
                <c:pt idx="2816">
                  <c:v>168.86230076523063</c:v>
                </c:pt>
                <c:pt idx="2817">
                  <c:v>169.56834228216294</c:v>
                </c:pt>
                <c:pt idx="2818">
                  <c:v>166.21147423159852</c:v>
                </c:pt>
                <c:pt idx="2819">
                  <c:v>167.83071914767683</c:v>
                </c:pt>
                <c:pt idx="2820">
                  <c:v>165.92398427260812</c:v>
                </c:pt>
                <c:pt idx="2821">
                  <c:v>163.65365915528685</c:v>
                </c:pt>
                <c:pt idx="2822">
                  <c:v>163.65365915528685</c:v>
                </c:pt>
                <c:pt idx="2823">
                  <c:v>163.65365915528685</c:v>
                </c:pt>
                <c:pt idx="2824">
                  <c:v>163.7424428190927</c:v>
                </c:pt>
                <c:pt idx="2825">
                  <c:v>165.58153299792838</c:v>
                </c:pt>
                <c:pt idx="2826">
                  <c:v>165.33209318056905</c:v>
                </c:pt>
                <c:pt idx="2827">
                  <c:v>166.29603010188981</c:v>
                </c:pt>
                <c:pt idx="2828">
                  <c:v>165.2052593751321</c:v>
                </c:pt>
                <c:pt idx="2829">
                  <c:v>165.2052593751321</c:v>
                </c:pt>
                <c:pt idx="2830">
                  <c:v>165.2052593751321</c:v>
                </c:pt>
                <c:pt idx="2831">
                  <c:v>166.83295987823956</c:v>
                </c:pt>
                <c:pt idx="2832">
                  <c:v>166.48628081004523</c:v>
                </c:pt>
                <c:pt idx="2833">
                  <c:v>164.73174650150085</c:v>
                </c:pt>
                <c:pt idx="2834">
                  <c:v>165.48006595357884</c:v>
                </c:pt>
                <c:pt idx="2835">
                  <c:v>165.05728660212236</c:v>
                </c:pt>
                <c:pt idx="2836">
                  <c:v>165.05728660212236</c:v>
                </c:pt>
                <c:pt idx="2837">
                  <c:v>165.05728660212236</c:v>
                </c:pt>
                <c:pt idx="2838">
                  <c:v>167.42485097027861</c:v>
                </c:pt>
                <c:pt idx="2839">
                  <c:v>166.60465902845306</c:v>
                </c:pt>
                <c:pt idx="2840">
                  <c:v>167.60241829789032</c:v>
                </c:pt>
                <c:pt idx="2841">
                  <c:v>168.37187671754111</c:v>
                </c:pt>
                <c:pt idx="2842">
                  <c:v>168.72701137276454</c:v>
                </c:pt>
                <c:pt idx="2843">
                  <c:v>168.72701137276454</c:v>
                </c:pt>
                <c:pt idx="2844">
                  <c:v>168.72701137276454</c:v>
                </c:pt>
                <c:pt idx="2845">
                  <c:v>169.12019616961908</c:v>
                </c:pt>
                <c:pt idx="2846">
                  <c:v>168.58326639326935</c:v>
                </c:pt>
                <c:pt idx="2847">
                  <c:v>170.62529066080413</c:v>
                </c:pt>
                <c:pt idx="2848">
                  <c:v>170.78594681435757</c:v>
                </c:pt>
                <c:pt idx="2849">
                  <c:v>171.36092673233838</c:v>
                </c:pt>
                <c:pt idx="2850">
                  <c:v>171.36092673233838</c:v>
                </c:pt>
                <c:pt idx="2851">
                  <c:v>171.36092673233838</c:v>
                </c:pt>
                <c:pt idx="2852">
                  <c:v>171.86826195408617</c:v>
                </c:pt>
                <c:pt idx="2853">
                  <c:v>171.48776053777536</c:v>
                </c:pt>
                <c:pt idx="2854">
                  <c:v>169.3104468777745</c:v>
                </c:pt>
                <c:pt idx="2855">
                  <c:v>169.53451993404641</c:v>
                </c:pt>
                <c:pt idx="2856">
                  <c:v>168.29577643427896</c:v>
                </c:pt>
                <c:pt idx="2857">
                  <c:v>168.29577643427896</c:v>
                </c:pt>
                <c:pt idx="2858">
                  <c:v>168.29577643427896</c:v>
                </c:pt>
                <c:pt idx="2859">
                  <c:v>171.238320720416</c:v>
                </c:pt>
                <c:pt idx="2860">
                  <c:v>171.27637086204709</c:v>
                </c:pt>
                <c:pt idx="2861">
                  <c:v>169.01450133175496</c:v>
                </c:pt>
                <c:pt idx="2862">
                  <c:v>168.60440536084218</c:v>
                </c:pt>
                <c:pt idx="2863">
                  <c:v>169.73322622923098</c:v>
                </c:pt>
                <c:pt idx="2864">
                  <c:v>169.73322622923098</c:v>
                </c:pt>
                <c:pt idx="2865">
                  <c:v>169.73322622923098</c:v>
                </c:pt>
                <c:pt idx="2866">
                  <c:v>168.15203145478375</c:v>
                </c:pt>
                <c:pt idx="2867">
                  <c:v>167.49249566651164</c:v>
                </c:pt>
                <c:pt idx="2868">
                  <c:v>168.86230076523063</c:v>
                </c:pt>
                <c:pt idx="2869">
                  <c:v>163.72130385151988</c:v>
                </c:pt>
                <c:pt idx="2870">
                  <c:v>156.28038726588593</c:v>
                </c:pt>
                <c:pt idx="2871">
                  <c:v>156.28038726588593</c:v>
                </c:pt>
                <c:pt idx="2872">
                  <c:v>156.28038726588593</c:v>
                </c:pt>
                <c:pt idx="2873">
                  <c:v>151.62558660635014</c:v>
                </c:pt>
                <c:pt idx="2874">
                  <c:v>152.95734156343806</c:v>
                </c:pt>
                <c:pt idx="2875">
                  <c:v>154.03542890965204</c:v>
                </c:pt>
                <c:pt idx="2876">
                  <c:v>157.23586860017758</c:v>
                </c:pt>
                <c:pt idx="2877">
                  <c:v>158.22940007610026</c:v>
                </c:pt>
                <c:pt idx="2878">
                  <c:v>158.22940007610026</c:v>
                </c:pt>
                <c:pt idx="2879">
                  <c:v>158.22940007610026</c:v>
                </c:pt>
                <c:pt idx="2880">
                  <c:v>159.26520948716865</c:v>
                </c:pt>
                <c:pt idx="2881">
                  <c:v>159.87401175326596</c:v>
                </c:pt>
                <c:pt idx="2882">
                  <c:v>160.37711918149918</c:v>
                </c:pt>
                <c:pt idx="2883">
                  <c:v>163.10404599839345</c:v>
                </c:pt>
                <c:pt idx="2884">
                  <c:v>163.78472075423835</c:v>
                </c:pt>
                <c:pt idx="2885">
                  <c:v>163.78472075423835</c:v>
                </c:pt>
                <c:pt idx="2886">
                  <c:v>163.78472075423835</c:v>
                </c:pt>
                <c:pt idx="2887">
                  <c:v>165.97894558829748</c:v>
                </c:pt>
                <c:pt idx="2888">
                  <c:v>164.08066630025792</c:v>
                </c:pt>
                <c:pt idx="2889">
                  <c:v>165.32786538705452</c:v>
                </c:pt>
                <c:pt idx="2890">
                  <c:v>164.27091700841331</c:v>
                </c:pt>
                <c:pt idx="2891">
                  <c:v>165.21371496216125</c:v>
                </c:pt>
                <c:pt idx="2892">
                  <c:v>165.21371496216125</c:v>
                </c:pt>
                <c:pt idx="2893">
                  <c:v>165.21371496216125</c:v>
                </c:pt>
                <c:pt idx="2894">
                  <c:v>165.10379233078257</c:v>
                </c:pt>
                <c:pt idx="2895">
                  <c:v>164.27091700841331</c:v>
                </c:pt>
                <c:pt idx="2896">
                  <c:v>163.32811905466536</c:v>
                </c:pt>
                <c:pt idx="2897">
                  <c:v>164.64719063120955</c:v>
                </c:pt>
                <c:pt idx="2898">
                  <c:v>165.49274933412252</c:v>
                </c:pt>
                <c:pt idx="2899">
                  <c:v>165.49274933412252</c:v>
                </c:pt>
                <c:pt idx="2900">
                  <c:v>165.49274933412252</c:v>
                </c:pt>
                <c:pt idx="2901">
                  <c:v>165.2559928973069</c:v>
                </c:pt>
                <c:pt idx="2902">
                  <c:v>160.18686847334376</c:v>
                </c:pt>
                <c:pt idx="2903">
                  <c:v>158.87625248382869</c:v>
                </c:pt>
                <c:pt idx="2904">
                  <c:v>158.9227582124889</c:v>
                </c:pt>
                <c:pt idx="2905">
                  <c:v>155.45173973703123</c:v>
                </c:pt>
                <c:pt idx="2906">
                  <c:v>155.45173973703123</c:v>
                </c:pt>
                <c:pt idx="2907">
                  <c:v>155.45173973703123</c:v>
                </c:pt>
                <c:pt idx="2908">
                  <c:v>161.86953029214052</c:v>
                </c:pt>
                <c:pt idx="2909">
                  <c:v>162.51638269986893</c:v>
                </c:pt>
                <c:pt idx="2910">
                  <c:v>163.94114911427724</c:v>
                </c:pt>
                <c:pt idx="2911">
                  <c:v>168.10129793260899</c:v>
                </c:pt>
                <c:pt idx="2912">
                  <c:v>172.59544243859131</c:v>
                </c:pt>
                <c:pt idx="2913">
                  <c:v>172.59544243859131</c:v>
                </c:pt>
                <c:pt idx="2914">
                  <c:v>172.59544243859131</c:v>
                </c:pt>
                <c:pt idx="2915">
                  <c:v>170.68447977000804</c:v>
                </c:pt>
                <c:pt idx="2916">
                  <c:v>169.17092969179384</c:v>
                </c:pt>
                <c:pt idx="2917">
                  <c:v>168.48179934891979</c:v>
                </c:pt>
                <c:pt idx="2918">
                  <c:v>169.98266604659028</c:v>
                </c:pt>
                <c:pt idx="2919">
                  <c:v>170.52805140996915</c:v>
                </c:pt>
                <c:pt idx="2920">
                  <c:v>170.52805140996915</c:v>
                </c:pt>
                <c:pt idx="2921">
                  <c:v>170.52805140996915</c:v>
                </c:pt>
                <c:pt idx="2922">
                  <c:v>169.25548556208514</c:v>
                </c:pt>
                <c:pt idx="2923">
                  <c:v>170.68447977000804</c:v>
                </c:pt>
                <c:pt idx="2924">
                  <c:v>169.62330359785227</c:v>
                </c:pt>
                <c:pt idx="2925">
                  <c:v>170.12641102608546</c:v>
                </c:pt>
                <c:pt idx="2926">
                  <c:v>170.18560013528941</c:v>
                </c:pt>
                <c:pt idx="2927">
                  <c:v>170.18560013528941</c:v>
                </c:pt>
                <c:pt idx="2928">
                  <c:v>170.18560013528941</c:v>
                </c:pt>
                <c:pt idx="2929">
                  <c:v>169.23434659451232</c:v>
                </c:pt>
                <c:pt idx="2930">
                  <c:v>167.81380797361857</c:v>
                </c:pt>
                <c:pt idx="2931">
                  <c:v>169.12019616961908</c:v>
                </c:pt>
                <c:pt idx="2932">
                  <c:v>168.04633661691963</c:v>
                </c:pt>
                <c:pt idx="2933">
                  <c:v>170.62951845431868</c:v>
                </c:pt>
                <c:pt idx="2934">
                  <c:v>170.62951845431868</c:v>
                </c:pt>
                <c:pt idx="2935">
                  <c:v>170.62951845431868</c:v>
                </c:pt>
                <c:pt idx="2936">
                  <c:v>171.80484505136769</c:v>
                </c:pt>
                <c:pt idx="2937">
                  <c:v>171.09457574092082</c:v>
                </c:pt>
                <c:pt idx="2938">
                  <c:v>171.34401555828012</c:v>
                </c:pt>
                <c:pt idx="2939">
                  <c:v>172.03737369466876</c:v>
                </c:pt>
                <c:pt idx="2940">
                  <c:v>174.49794952014543</c:v>
                </c:pt>
                <c:pt idx="2941">
                  <c:v>174.49794952014543</c:v>
                </c:pt>
                <c:pt idx="2942">
                  <c:v>174.49794952014543</c:v>
                </c:pt>
                <c:pt idx="2943">
                  <c:v>174.94609563268929</c:v>
                </c:pt>
                <c:pt idx="2944">
                  <c:v>173.25920602037797</c:v>
                </c:pt>
                <c:pt idx="2945">
                  <c:v>174.55291083583478</c:v>
                </c:pt>
                <c:pt idx="2946">
                  <c:v>175.41115291929142</c:v>
                </c:pt>
                <c:pt idx="2947">
                  <c:v>175.8550712383207</c:v>
                </c:pt>
                <c:pt idx="2948">
                  <c:v>175.8550712383207</c:v>
                </c:pt>
                <c:pt idx="2949">
                  <c:v>175.8550712383207</c:v>
                </c:pt>
                <c:pt idx="2950">
                  <c:v>175.19553545004862</c:v>
                </c:pt>
                <c:pt idx="2951">
                  <c:v>175.50839217012643</c:v>
                </c:pt>
                <c:pt idx="2952">
                  <c:v>173.03090517059147</c:v>
                </c:pt>
                <c:pt idx="2953">
                  <c:v>174.42184923688328</c:v>
                </c:pt>
                <c:pt idx="2954">
                  <c:v>176.31590073140828</c:v>
                </c:pt>
                <c:pt idx="2955">
                  <c:v>176.31590073140828</c:v>
                </c:pt>
                <c:pt idx="2956">
                  <c:v>176.31590073140828</c:v>
                </c:pt>
                <c:pt idx="2957">
                  <c:v>176.06223312053439</c:v>
                </c:pt>
                <c:pt idx="2958">
                  <c:v>176.18483913245677</c:v>
                </c:pt>
                <c:pt idx="2959">
                  <c:v>171.4201158415423</c:v>
                </c:pt>
                <c:pt idx="2960">
                  <c:v>169.33581363886188</c:v>
                </c:pt>
                <c:pt idx="2961">
                  <c:v>169.89811017629899</c:v>
                </c:pt>
                <c:pt idx="2962">
                  <c:v>169.89811017629899</c:v>
                </c:pt>
                <c:pt idx="2963">
                  <c:v>169.89811017629899</c:v>
                </c:pt>
                <c:pt idx="2964">
                  <c:v>169.07369044095887</c:v>
                </c:pt>
                <c:pt idx="2965">
                  <c:v>170.45195112670697</c:v>
                </c:pt>
                <c:pt idx="2966">
                  <c:v>169.64867035893968</c:v>
                </c:pt>
                <c:pt idx="2967">
                  <c:v>171.43702701560056</c:v>
                </c:pt>
                <c:pt idx="2968">
                  <c:v>171.16644823066844</c:v>
                </c:pt>
                <c:pt idx="2969">
                  <c:v>171.16644823066844</c:v>
                </c:pt>
                <c:pt idx="2970">
                  <c:v>171.16644823066844</c:v>
                </c:pt>
                <c:pt idx="2971">
                  <c:v>171.33978776476556</c:v>
                </c:pt>
                <c:pt idx="2972">
                  <c:v>168.1097535196381</c:v>
                </c:pt>
                <c:pt idx="2973">
                  <c:v>167.90259163742442</c:v>
                </c:pt>
                <c:pt idx="2974">
                  <c:v>169.51760875998815</c:v>
                </c:pt>
                <c:pt idx="2975">
                  <c:v>168.61286094787133</c:v>
                </c:pt>
                <c:pt idx="2976">
                  <c:v>168.61286094787133</c:v>
                </c:pt>
                <c:pt idx="2977">
                  <c:v>168.61286094787133</c:v>
                </c:pt>
                <c:pt idx="2978">
                  <c:v>169.96152707901746</c:v>
                </c:pt>
                <c:pt idx="2979">
                  <c:v>171.04384221874602</c:v>
                </c:pt>
                <c:pt idx="2980">
                  <c:v>170.36316746290109</c:v>
                </c:pt>
                <c:pt idx="2981">
                  <c:v>172.28681351202806</c:v>
                </c:pt>
                <c:pt idx="2982">
                  <c:v>174.02020885299962</c:v>
                </c:pt>
                <c:pt idx="2983">
                  <c:v>174.02020885299962</c:v>
                </c:pt>
                <c:pt idx="2984">
                  <c:v>174.02020885299962</c:v>
                </c:pt>
                <c:pt idx="2985">
                  <c:v>173.47482348962075</c:v>
                </c:pt>
                <c:pt idx="2986">
                  <c:v>172.02469031412505</c:v>
                </c:pt>
                <c:pt idx="2987">
                  <c:v>171.09880353443538</c:v>
                </c:pt>
                <c:pt idx="2988">
                  <c:v>172.02469031412505</c:v>
                </c:pt>
                <c:pt idx="2989">
                  <c:v>172.64617596076607</c:v>
                </c:pt>
                <c:pt idx="2990">
                  <c:v>172.64617596076607</c:v>
                </c:pt>
                <c:pt idx="2991">
                  <c:v>172.64617596076607</c:v>
                </c:pt>
                <c:pt idx="2992">
                  <c:v>174.40493806282501</c:v>
                </c:pt>
                <c:pt idx="2993">
                  <c:v>174.00752547245594</c:v>
                </c:pt>
                <c:pt idx="2994">
                  <c:v>174.59096097746584</c:v>
                </c:pt>
                <c:pt idx="2995">
                  <c:v>176.28630617680633</c:v>
                </c:pt>
                <c:pt idx="2996">
                  <c:v>175.85084344480615</c:v>
                </c:pt>
                <c:pt idx="2997">
                  <c:v>175.85084344480615</c:v>
                </c:pt>
                <c:pt idx="2998">
                  <c:v>175.85084344480615</c:v>
                </c:pt>
                <c:pt idx="2999">
                  <c:v>176.07914429459265</c:v>
                </c:pt>
                <c:pt idx="3000">
                  <c:v>173.93988077622288</c:v>
                </c:pt>
                <c:pt idx="3001">
                  <c:v>175.55489789878663</c:v>
                </c:pt>
                <c:pt idx="3002">
                  <c:v>174.67128905424258</c:v>
                </c:pt>
                <c:pt idx="3003">
                  <c:v>173.78345241618399</c:v>
                </c:pt>
                <c:pt idx="3004">
                  <c:v>173.78345241618399</c:v>
                </c:pt>
                <c:pt idx="3005">
                  <c:v>173.78345241618399</c:v>
                </c:pt>
                <c:pt idx="3006">
                  <c:v>173.56360715342663</c:v>
                </c:pt>
                <c:pt idx="3007">
                  <c:v>171.17490381769753</c:v>
                </c:pt>
                <c:pt idx="3008">
                  <c:v>168.89612311334713</c:v>
                </c:pt>
                <c:pt idx="3009">
                  <c:v>167.67006299412336</c:v>
                </c:pt>
                <c:pt idx="3010">
                  <c:v>167.47981228596797</c:v>
                </c:pt>
                <c:pt idx="3011">
                  <c:v>167.47981228596797</c:v>
                </c:pt>
                <c:pt idx="3012">
                  <c:v>167.47981228596797</c:v>
                </c:pt>
                <c:pt idx="3013">
                  <c:v>168.3972434786285</c:v>
                </c:pt>
                <c:pt idx="3014">
                  <c:v>169.11596837610449</c:v>
                </c:pt>
                <c:pt idx="3015">
                  <c:v>169.11596837610449</c:v>
                </c:pt>
                <c:pt idx="3016">
                  <c:v>169.11596837610449</c:v>
                </c:pt>
                <c:pt idx="3017">
                  <c:v>168.66359447004609</c:v>
                </c:pt>
                <c:pt idx="3018">
                  <c:v>168.66359447004609</c:v>
                </c:pt>
                <c:pt idx="3019">
                  <c:v>168.66359447004609</c:v>
                </c:pt>
                <c:pt idx="3020">
                  <c:v>168.29154864076438</c:v>
                </c:pt>
                <c:pt idx="3021">
                  <c:v>169.34849701940558</c:v>
                </c:pt>
                <c:pt idx="3022">
                  <c:v>169.34849701940558</c:v>
                </c:pt>
                <c:pt idx="3023">
                  <c:v>171.6484166913288</c:v>
                </c:pt>
                <c:pt idx="3024">
                  <c:v>172.78992094026125</c:v>
                </c:pt>
                <c:pt idx="3025">
                  <c:v>172.78992094026125</c:v>
                </c:pt>
                <c:pt idx="3026">
                  <c:v>172.78992094026125</c:v>
                </c:pt>
                <c:pt idx="3027">
                  <c:v>174.78543947913585</c:v>
                </c:pt>
                <c:pt idx="3028">
                  <c:v>176.13833340379657</c:v>
                </c:pt>
                <c:pt idx="3029">
                  <c:v>175.37733057117489</c:v>
                </c:pt>
                <c:pt idx="3030">
                  <c:v>175.86775461886441</c:v>
                </c:pt>
                <c:pt idx="3031">
                  <c:v>175.14902972138839</c:v>
                </c:pt>
                <c:pt idx="3032">
                  <c:v>175.14902972138839</c:v>
                </c:pt>
                <c:pt idx="3033">
                  <c:v>175.14902972138839</c:v>
                </c:pt>
                <c:pt idx="3034">
                  <c:v>174.18086500655306</c:v>
                </c:pt>
                <c:pt idx="3035">
                  <c:v>173.55937935991207</c:v>
                </c:pt>
                <c:pt idx="3036">
                  <c:v>176.26093941571895</c:v>
                </c:pt>
                <c:pt idx="3037">
                  <c:v>175.54221451824293</c:v>
                </c:pt>
                <c:pt idx="3038">
                  <c:v>176.44273453684519</c:v>
                </c:pt>
                <c:pt idx="3039">
                  <c:v>176.44273453684519</c:v>
                </c:pt>
                <c:pt idx="3040">
                  <c:v>176.44273453684519</c:v>
                </c:pt>
                <c:pt idx="3041">
                  <c:v>175.94808269564115</c:v>
                </c:pt>
                <c:pt idx="3042">
                  <c:v>178.1000295945546</c:v>
                </c:pt>
                <c:pt idx="3043">
                  <c:v>179.50365704139008</c:v>
                </c:pt>
                <c:pt idx="3044">
                  <c:v>182.53498499133303</c:v>
                </c:pt>
                <c:pt idx="3045">
                  <c:v>180.24774869995349</c:v>
                </c:pt>
                <c:pt idx="3046">
                  <c:v>180.24774869995349</c:v>
                </c:pt>
                <c:pt idx="3047">
                  <c:v>180.24774869995349</c:v>
                </c:pt>
                <c:pt idx="3048">
                  <c:v>175.38155836468948</c:v>
                </c:pt>
                <c:pt idx="3049">
                  <c:v>176.22711706760242</c:v>
                </c:pt>
                <c:pt idx="3050">
                  <c:v>176.38354542764131</c:v>
                </c:pt>
                <c:pt idx="3051">
                  <c:v>177.90132329937006</c:v>
                </c:pt>
                <c:pt idx="3052">
                  <c:v>177.30097662030187</c:v>
                </c:pt>
                <c:pt idx="3053">
                  <c:v>177.30097662030187</c:v>
                </c:pt>
                <c:pt idx="3054">
                  <c:v>177.30097662030187</c:v>
                </c:pt>
                <c:pt idx="3055">
                  <c:v>174.64592229315519</c:v>
                </c:pt>
                <c:pt idx="3056">
                  <c:v>176.29476176383545</c:v>
                </c:pt>
                <c:pt idx="3057">
                  <c:v>177.83790639665159</c:v>
                </c:pt>
                <c:pt idx="3058">
                  <c:v>180.67052805140995</c:v>
                </c:pt>
                <c:pt idx="3059">
                  <c:v>181.0256627066334</c:v>
                </c:pt>
                <c:pt idx="3060">
                  <c:v>181.0256627066334</c:v>
                </c:pt>
                <c:pt idx="3061">
                  <c:v>181.0256627066334</c:v>
                </c:pt>
                <c:pt idx="3062">
                  <c:v>183.54542764131398</c:v>
                </c:pt>
                <c:pt idx="3063">
                  <c:v>182.91548640764384</c:v>
                </c:pt>
                <c:pt idx="3064">
                  <c:v>182.13334460744937</c:v>
                </c:pt>
                <c:pt idx="3065">
                  <c:v>183.59616116348877</c:v>
                </c:pt>
                <c:pt idx="3066">
                  <c:v>184.30220268042109</c:v>
                </c:pt>
                <c:pt idx="3067">
                  <c:v>184.30220268042109</c:v>
                </c:pt>
                <c:pt idx="3068">
                  <c:v>184.30220268042109</c:v>
                </c:pt>
                <c:pt idx="3069">
                  <c:v>185.23654504713988</c:v>
                </c:pt>
                <c:pt idx="3070">
                  <c:v>188.73293028368496</c:v>
                </c:pt>
                <c:pt idx="3071">
                  <c:v>189.17684860271424</c:v>
                </c:pt>
                <c:pt idx="3072">
                  <c:v>189.05424259079186</c:v>
                </c:pt>
                <c:pt idx="3073">
                  <c:v>188.02266097323809</c:v>
                </c:pt>
                <c:pt idx="3074">
                  <c:v>188.02266097323809</c:v>
                </c:pt>
                <c:pt idx="3075">
                  <c:v>188.02266097323809</c:v>
                </c:pt>
                <c:pt idx="3076">
                  <c:v>184.3952141377415</c:v>
                </c:pt>
                <c:pt idx="3077">
                  <c:v>182.31091193506111</c:v>
                </c:pt>
                <c:pt idx="3078">
                  <c:v>185.58745190884878</c:v>
                </c:pt>
                <c:pt idx="3079">
                  <c:v>183.04232021308079</c:v>
                </c:pt>
                <c:pt idx="3080">
                  <c:v>183.6173001310616</c:v>
                </c:pt>
                <c:pt idx="3081">
                  <c:v>183.6173001310616</c:v>
                </c:pt>
                <c:pt idx="3082">
                  <c:v>183.6173001310616</c:v>
                </c:pt>
                <c:pt idx="3083">
                  <c:v>181.68519849490551</c:v>
                </c:pt>
                <c:pt idx="3084">
                  <c:v>176.77250243098129</c:v>
                </c:pt>
                <c:pt idx="3085">
                  <c:v>179.79537479389506</c:v>
                </c:pt>
                <c:pt idx="3086">
                  <c:v>180.18433179723502</c:v>
                </c:pt>
                <c:pt idx="3087">
                  <c:v>179.44024013867164</c:v>
                </c:pt>
                <c:pt idx="3088">
                  <c:v>179.44024013867164</c:v>
                </c:pt>
                <c:pt idx="3089">
                  <c:v>179.44024013867164</c:v>
                </c:pt>
                <c:pt idx="3090">
                  <c:v>175.64790935610702</c:v>
                </c:pt>
                <c:pt idx="3091">
                  <c:v>174.43030482391239</c:v>
                </c:pt>
                <c:pt idx="3092">
                  <c:v>178.12539635564201</c:v>
                </c:pt>
                <c:pt idx="3093">
                  <c:v>176.65412421257344</c:v>
                </c:pt>
                <c:pt idx="3094">
                  <c:v>180.94533462985669</c:v>
                </c:pt>
                <c:pt idx="3095">
                  <c:v>180.94533462985669</c:v>
                </c:pt>
                <c:pt idx="3096">
                  <c:v>180.94533462985669</c:v>
                </c:pt>
                <c:pt idx="3097">
                  <c:v>182.60262968756606</c:v>
                </c:pt>
                <c:pt idx="3098">
                  <c:v>183.47355515156642</c:v>
                </c:pt>
                <c:pt idx="3099">
                  <c:v>186.00600346679067</c:v>
                </c:pt>
                <c:pt idx="3100">
                  <c:v>183.62998351160527</c:v>
                </c:pt>
                <c:pt idx="3101">
                  <c:v>184.15422990741129</c:v>
                </c:pt>
                <c:pt idx="3102">
                  <c:v>184.15422990741129</c:v>
                </c:pt>
                <c:pt idx="3103">
                  <c:v>184.15422990741129</c:v>
                </c:pt>
                <c:pt idx="3104">
                  <c:v>185.61281866993616</c:v>
                </c:pt>
                <c:pt idx="3105">
                  <c:v>185.993320086247</c:v>
                </c:pt>
                <c:pt idx="3106">
                  <c:v>183.05077580010993</c:v>
                </c:pt>
                <c:pt idx="3107">
                  <c:v>181.15249651207034</c:v>
                </c:pt>
                <c:pt idx="3108">
                  <c:v>178.12539635564201</c:v>
                </c:pt>
                <c:pt idx="3109">
                  <c:v>178.12539635564201</c:v>
                </c:pt>
                <c:pt idx="3110">
                  <c:v>178.12539635564201</c:v>
                </c:pt>
                <c:pt idx="3111">
                  <c:v>175.12366296030103</c:v>
                </c:pt>
                <c:pt idx="3112">
                  <c:v>176.52729040713652</c:v>
                </c:pt>
                <c:pt idx="3113">
                  <c:v>177.14877605377751</c:v>
                </c:pt>
                <c:pt idx="3114">
                  <c:v>162.96452881241279</c:v>
                </c:pt>
                <c:pt idx="3115">
                  <c:v>151.05060668836933</c:v>
                </c:pt>
                <c:pt idx="3116">
                  <c:v>151.05060668836933</c:v>
                </c:pt>
                <c:pt idx="3117">
                  <c:v>151.05060668836933</c:v>
                </c:pt>
                <c:pt idx="3118">
                  <c:v>148.26026296875659</c:v>
                </c:pt>
                <c:pt idx="3119">
                  <c:v>148.80142053862087</c:v>
                </c:pt>
                <c:pt idx="3120">
                  <c:v>151.03792330782565</c:v>
                </c:pt>
                <c:pt idx="3121">
                  <c:v>152.05259375132118</c:v>
                </c:pt>
                <c:pt idx="3122">
                  <c:v>153.50272692681688</c:v>
                </c:pt>
                <c:pt idx="3123">
                  <c:v>153.50272692681688</c:v>
                </c:pt>
                <c:pt idx="3124">
                  <c:v>153.50272692681688</c:v>
                </c:pt>
                <c:pt idx="3125">
                  <c:v>158.45770092588677</c:v>
                </c:pt>
                <c:pt idx="3126">
                  <c:v>160.24605758254765</c:v>
                </c:pt>
                <c:pt idx="3127">
                  <c:v>159.9332008624699</c:v>
                </c:pt>
                <c:pt idx="3128">
                  <c:v>161.8991248467425</c:v>
                </c:pt>
                <c:pt idx="3129">
                  <c:v>161.8991248467425</c:v>
                </c:pt>
                <c:pt idx="3130">
                  <c:v>161.8991248467425</c:v>
                </c:pt>
                <c:pt idx="3131">
                  <c:v>161.8991248467425</c:v>
                </c:pt>
                <c:pt idx="3132">
                  <c:v>161.8991248467425</c:v>
                </c:pt>
                <c:pt idx="3133">
                  <c:v>162.39800448146113</c:v>
                </c:pt>
                <c:pt idx="3134">
                  <c:v>168.03365323637593</c:v>
                </c:pt>
                <c:pt idx="3135">
                  <c:v>170.9888809030567</c:v>
                </c:pt>
                <c:pt idx="3136">
                  <c:v>169.07369044095887</c:v>
                </c:pt>
                <c:pt idx="3137">
                  <c:v>169.07369044095887</c:v>
                </c:pt>
                <c:pt idx="3138">
                  <c:v>169.07369044095887</c:v>
                </c:pt>
                <c:pt idx="3139">
                  <c:v>170.59569610620218</c:v>
                </c:pt>
                <c:pt idx="3140">
                  <c:v>171.17490381769753</c:v>
                </c:pt>
                <c:pt idx="3141">
                  <c:v>170.37162304993026</c:v>
                </c:pt>
                <c:pt idx="3142">
                  <c:v>170.37162304993026</c:v>
                </c:pt>
                <c:pt idx="3143">
                  <c:v>174.81503403373779</c:v>
                </c:pt>
                <c:pt idx="3144">
                  <c:v>174.81503403373779</c:v>
                </c:pt>
                <c:pt idx="3145">
                  <c:v>174.81503403373779</c:v>
                </c:pt>
                <c:pt idx="3146">
                  <c:v>174.67974464127172</c:v>
                </c:pt>
                <c:pt idx="3147">
                  <c:v>171.9359066503192</c:v>
                </c:pt>
                <c:pt idx="3148">
                  <c:v>170.93391958736734</c:v>
                </c:pt>
                <c:pt idx="3149">
                  <c:v>173.03936075762061</c:v>
                </c:pt>
                <c:pt idx="3150">
                  <c:v>174.55713862934934</c:v>
                </c:pt>
                <c:pt idx="3151">
                  <c:v>174.55713862934934</c:v>
                </c:pt>
                <c:pt idx="3152">
                  <c:v>174.55713862934934</c:v>
                </c:pt>
                <c:pt idx="3153">
                  <c:v>180.16742062317675</c:v>
                </c:pt>
                <c:pt idx="3154">
                  <c:v>182.39546780535238</c:v>
                </c:pt>
                <c:pt idx="3155">
                  <c:v>181.60487041812877</c:v>
                </c:pt>
                <c:pt idx="3156">
                  <c:v>181.64292055975986</c:v>
                </c:pt>
                <c:pt idx="3157">
                  <c:v>183.33403796558576</c:v>
                </c:pt>
                <c:pt idx="3158">
                  <c:v>183.33403796558576</c:v>
                </c:pt>
                <c:pt idx="3159">
                  <c:v>183.33403796558576</c:v>
                </c:pt>
                <c:pt idx="3160">
                  <c:v>183.9174734705957</c:v>
                </c:pt>
                <c:pt idx="3161">
                  <c:v>184.77148776053778</c:v>
                </c:pt>
                <c:pt idx="3162">
                  <c:v>182.8985752335856</c:v>
                </c:pt>
                <c:pt idx="3163">
                  <c:v>183.24948209529447</c:v>
                </c:pt>
                <c:pt idx="3164">
                  <c:v>180.77199509575951</c:v>
                </c:pt>
                <c:pt idx="3165">
                  <c:v>180.77199509575951</c:v>
                </c:pt>
                <c:pt idx="3166">
                  <c:v>180.77199509575951</c:v>
                </c:pt>
                <c:pt idx="3167">
                  <c:v>182.18407812962417</c:v>
                </c:pt>
                <c:pt idx="3168">
                  <c:v>184.04430727603261</c:v>
                </c:pt>
                <c:pt idx="3169">
                  <c:v>184.19650784255697</c:v>
                </c:pt>
                <c:pt idx="3170">
                  <c:v>184.07812962414914</c:v>
                </c:pt>
                <c:pt idx="3171">
                  <c:v>180.66207246438083</c:v>
                </c:pt>
                <c:pt idx="3172">
                  <c:v>180.66207246438083</c:v>
                </c:pt>
                <c:pt idx="3173">
                  <c:v>180.66207246438083</c:v>
                </c:pt>
                <c:pt idx="3174">
                  <c:v>181.64714835327442</c:v>
                </c:pt>
                <c:pt idx="3175">
                  <c:v>184.67002071618822</c:v>
                </c:pt>
                <c:pt idx="3176">
                  <c:v>184.9617384686932</c:v>
                </c:pt>
                <c:pt idx="3177">
                  <c:v>185.11816682873211</c:v>
                </c:pt>
                <c:pt idx="3178">
                  <c:v>187.21092461844165</c:v>
                </c:pt>
                <c:pt idx="3179">
                  <c:v>187.21092461844165</c:v>
                </c:pt>
                <c:pt idx="3180">
                  <c:v>187.21092461844165</c:v>
                </c:pt>
                <c:pt idx="3181">
                  <c:v>188.04379994081089</c:v>
                </c:pt>
                <c:pt idx="3182">
                  <c:v>187.14327992220859</c:v>
                </c:pt>
                <c:pt idx="3183">
                  <c:v>186.43723840527628</c:v>
                </c:pt>
                <c:pt idx="3184">
                  <c:v>186.66131146154819</c:v>
                </c:pt>
                <c:pt idx="3185">
                  <c:v>185.6931467467129</c:v>
                </c:pt>
                <c:pt idx="3186">
                  <c:v>185.6931467467129</c:v>
                </c:pt>
                <c:pt idx="3187">
                  <c:v>185.6931467467129</c:v>
                </c:pt>
                <c:pt idx="3188">
                  <c:v>187.56605927366505</c:v>
                </c:pt>
                <c:pt idx="3189">
                  <c:v>186.69513380966472</c:v>
                </c:pt>
                <c:pt idx="3190">
                  <c:v>187.05449625840274</c:v>
                </c:pt>
                <c:pt idx="3191">
                  <c:v>185.79461379106243</c:v>
                </c:pt>
                <c:pt idx="3192">
                  <c:v>185.56208514776139</c:v>
                </c:pt>
                <c:pt idx="3193">
                  <c:v>185.56208514776139</c:v>
                </c:pt>
                <c:pt idx="3194">
                  <c:v>185.56208514776139</c:v>
                </c:pt>
                <c:pt idx="3195">
                  <c:v>183.14378725743035</c:v>
                </c:pt>
                <c:pt idx="3196">
                  <c:v>185.6931467467129</c:v>
                </c:pt>
                <c:pt idx="3197">
                  <c:v>185.27882298228556</c:v>
                </c:pt>
                <c:pt idx="3198">
                  <c:v>186.06942036950915</c:v>
                </c:pt>
                <c:pt idx="3199">
                  <c:v>185.62550205047984</c:v>
                </c:pt>
                <c:pt idx="3200">
                  <c:v>185.62550205047984</c:v>
                </c:pt>
                <c:pt idx="3201">
                  <c:v>185.62550205047984</c:v>
                </c:pt>
                <c:pt idx="3202">
                  <c:v>186.44146619879086</c:v>
                </c:pt>
                <c:pt idx="3203">
                  <c:v>184.74189320593584</c:v>
                </c:pt>
                <c:pt idx="3204">
                  <c:v>188.83016953451991</c:v>
                </c:pt>
                <c:pt idx="3205">
                  <c:v>190.29298609055934</c:v>
                </c:pt>
                <c:pt idx="3206">
                  <c:v>188.85976408912188</c:v>
                </c:pt>
                <c:pt idx="3207">
                  <c:v>188.85976408912188</c:v>
                </c:pt>
                <c:pt idx="3208">
                  <c:v>188.85976408912188</c:v>
                </c:pt>
                <c:pt idx="3209">
                  <c:v>188.22982285545174</c:v>
                </c:pt>
                <c:pt idx="3210">
                  <c:v>190.86373821502559</c:v>
                </c:pt>
                <c:pt idx="3211">
                  <c:v>193.63294296706547</c:v>
                </c:pt>
                <c:pt idx="3212">
                  <c:v>193.99230541580351</c:v>
                </c:pt>
                <c:pt idx="3213">
                  <c:v>192.25891007483193</c:v>
                </c:pt>
                <c:pt idx="3214">
                  <c:v>192.25891007483193</c:v>
                </c:pt>
                <c:pt idx="3215">
                  <c:v>192.25891007483193</c:v>
                </c:pt>
                <c:pt idx="3216">
                  <c:v>192.97340717879339</c:v>
                </c:pt>
                <c:pt idx="3217">
                  <c:v>191.28651756648205</c:v>
                </c:pt>
                <c:pt idx="3218">
                  <c:v>191.56555193844332</c:v>
                </c:pt>
                <c:pt idx="3219">
                  <c:v>192.94381262419145</c:v>
                </c:pt>
                <c:pt idx="3220">
                  <c:v>192.55062782733691</c:v>
                </c:pt>
                <c:pt idx="3221">
                  <c:v>192.55062782733691</c:v>
                </c:pt>
                <c:pt idx="3222">
                  <c:v>192.55062782733691</c:v>
                </c:pt>
                <c:pt idx="3223">
                  <c:v>191.83190292986089</c:v>
                </c:pt>
                <c:pt idx="3224">
                  <c:v>191.73043588551135</c:v>
                </c:pt>
                <c:pt idx="3225">
                  <c:v>195.03657041390099</c:v>
                </c:pt>
                <c:pt idx="3226">
                  <c:v>193.81473808819177</c:v>
                </c:pt>
                <c:pt idx="3227">
                  <c:v>194.49118505052212</c:v>
                </c:pt>
                <c:pt idx="3228">
                  <c:v>194.49118505052212</c:v>
                </c:pt>
                <c:pt idx="3229">
                  <c:v>194.49118505052212</c:v>
                </c:pt>
                <c:pt idx="3230">
                  <c:v>196.02587409630914</c:v>
                </c:pt>
                <c:pt idx="3231">
                  <c:v>197.8565086881157</c:v>
                </c:pt>
                <c:pt idx="3232">
                  <c:v>198.90922927324232</c:v>
                </c:pt>
                <c:pt idx="3233">
                  <c:v>199.50112036528137</c:v>
                </c:pt>
                <c:pt idx="3234">
                  <c:v>193.90352175199763</c:v>
                </c:pt>
                <c:pt idx="3235">
                  <c:v>193.90352175199763</c:v>
                </c:pt>
                <c:pt idx="3236">
                  <c:v>193.90352175199763</c:v>
                </c:pt>
                <c:pt idx="3237">
                  <c:v>196.95176087599881</c:v>
                </c:pt>
                <c:pt idx="3238">
                  <c:v>196.58394284023169</c:v>
                </c:pt>
                <c:pt idx="3239">
                  <c:v>194.67720796516298</c:v>
                </c:pt>
                <c:pt idx="3240">
                  <c:v>195.51853887456136</c:v>
                </c:pt>
                <c:pt idx="3241">
                  <c:v>197.12510041009597</c:v>
                </c:pt>
                <c:pt idx="3242">
                  <c:v>197.12510041009597</c:v>
                </c:pt>
                <c:pt idx="3243">
                  <c:v>197.12510041009597</c:v>
                </c:pt>
                <c:pt idx="3244">
                  <c:v>197.39567919502809</c:v>
                </c:pt>
                <c:pt idx="3245">
                  <c:v>198.7401175326597</c:v>
                </c:pt>
                <c:pt idx="3246">
                  <c:v>199.47575360419395</c:v>
                </c:pt>
                <c:pt idx="3247">
                  <c:v>199.66177651883481</c:v>
                </c:pt>
                <c:pt idx="3248">
                  <c:v>199.69559886695131</c:v>
                </c:pt>
                <c:pt idx="3249">
                  <c:v>199.69559886695131</c:v>
                </c:pt>
                <c:pt idx="3250">
                  <c:v>199.69559886695131</c:v>
                </c:pt>
                <c:pt idx="3251">
                  <c:v>200.3128567200778</c:v>
                </c:pt>
                <c:pt idx="3252">
                  <c:v>196.01319071576543</c:v>
                </c:pt>
                <c:pt idx="3253">
                  <c:v>195.88635691032849</c:v>
                </c:pt>
                <c:pt idx="3254">
                  <c:v>196.3429586099015</c:v>
                </c:pt>
                <c:pt idx="3255">
                  <c:v>198.24546569145565</c:v>
                </c:pt>
                <c:pt idx="3256">
                  <c:v>198.24546569145565</c:v>
                </c:pt>
                <c:pt idx="3257">
                  <c:v>198.24546569145565</c:v>
                </c:pt>
                <c:pt idx="3258">
                  <c:v>197.55633534858157</c:v>
                </c:pt>
                <c:pt idx="3259">
                  <c:v>196.60930960131907</c:v>
                </c:pt>
                <c:pt idx="3260">
                  <c:v>195.93286263898869</c:v>
                </c:pt>
                <c:pt idx="3261">
                  <c:v>195.96245719359067</c:v>
                </c:pt>
                <c:pt idx="3262">
                  <c:v>193.95002748065784</c:v>
                </c:pt>
                <c:pt idx="3263">
                  <c:v>193.95002748065784</c:v>
                </c:pt>
                <c:pt idx="3264">
                  <c:v>193.95002748065784</c:v>
                </c:pt>
                <c:pt idx="3265">
                  <c:v>193.95848306768698</c:v>
                </c:pt>
                <c:pt idx="3266">
                  <c:v>192.85502896038557</c:v>
                </c:pt>
                <c:pt idx="3267">
                  <c:v>192.80006764469621</c:v>
                </c:pt>
                <c:pt idx="3268">
                  <c:v>195.37056610155162</c:v>
                </c:pt>
                <c:pt idx="3269">
                  <c:v>194.41508476725997</c:v>
                </c:pt>
                <c:pt idx="3270">
                  <c:v>194.41508476725997</c:v>
                </c:pt>
                <c:pt idx="3271">
                  <c:v>194.41508476725997</c:v>
                </c:pt>
                <c:pt idx="3272">
                  <c:v>193.19748023506534</c:v>
                </c:pt>
                <c:pt idx="3273">
                  <c:v>195.23104891557094</c:v>
                </c:pt>
                <c:pt idx="3274">
                  <c:v>197.8565086881157</c:v>
                </c:pt>
                <c:pt idx="3275">
                  <c:v>199.16289688411618</c:v>
                </c:pt>
                <c:pt idx="3276">
                  <c:v>198.89231809918405</c:v>
                </c:pt>
                <c:pt idx="3277">
                  <c:v>198.89231809918405</c:v>
                </c:pt>
                <c:pt idx="3278">
                  <c:v>198.89231809918405</c:v>
                </c:pt>
                <c:pt idx="3279">
                  <c:v>201.08231513972856</c:v>
                </c:pt>
                <c:pt idx="3280">
                  <c:v>199.66177651883481</c:v>
                </c:pt>
                <c:pt idx="3281">
                  <c:v>198.11440409250415</c:v>
                </c:pt>
                <c:pt idx="3282">
                  <c:v>202.40561450978737</c:v>
                </c:pt>
                <c:pt idx="3283">
                  <c:v>202.78611592609815</c:v>
                </c:pt>
                <c:pt idx="3284">
                  <c:v>202.78611592609815</c:v>
                </c:pt>
                <c:pt idx="3285">
                  <c:v>202.78611592609815</c:v>
                </c:pt>
                <c:pt idx="3286">
                  <c:v>204.69285080116686</c:v>
                </c:pt>
                <c:pt idx="3287">
                  <c:v>204.4222720162347</c:v>
                </c:pt>
                <c:pt idx="3288">
                  <c:v>205.24669175157487</c:v>
                </c:pt>
                <c:pt idx="3289">
                  <c:v>203.7542806409335</c:v>
                </c:pt>
                <c:pt idx="3290">
                  <c:v>205.77939373441004</c:v>
                </c:pt>
                <c:pt idx="3291">
                  <c:v>205.77939373441004</c:v>
                </c:pt>
                <c:pt idx="3292">
                  <c:v>205.77939373441004</c:v>
                </c:pt>
                <c:pt idx="3293">
                  <c:v>206.03306134528387</c:v>
                </c:pt>
                <c:pt idx="3294">
                  <c:v>207.06887075635225</c:v>
                </c:pt>
                <c:pt idx="3295">
                  <c:v>213.86293493425782</c:v>
                </c:pt>
                <c:pt idx="3296">
                  <c:v>213.85447934722865</c:v>
                </c:pt>
                <c:pt idx="3297">
                  <c:v>215.33420707732637</c:v>
                </c:pt>
                <c:pt idx="3298">
                  <c:v>215.33420707732637</c:v>
                </c:pt>
                <c:pt idx="3299">
                  <c:v>215.33420707732637</c:v>
                </c:pt>
                <c:pt idx="3300">
                  <c:v>216.27277723755972</c:v>
                </c:pt>
                <c:pt idx="3301">
                  <c:v>213.74878450936455</c:v>
                </c:pt>
                <c:pt idx="3302">
                  <c:v>217.8793387730943</c:v>
                </c:pt>
                <c:pt idx="3303">
                  <c:v>217.05914683126878</c:v>
                </c:pt>
                <c:pt idx="3304">
                  <c:v>211.07681900815965</c:v>
                </c:pt>
                <c:pt idx="3305">
                  <c:v>211.07681900815965</c:v>
                </c:pt>
                <c:pt idx="3306">
                  <c:v>211.07681900815965</c:v>
                </c:pt>
                <c:pt idx="3307">
                  <c:v>214.09969137107345</c:v>
                </c:pt>
                <c:pt idx="3308">
                  <c:v>211.05145224707223</c:v>
                </c:pt>
                <c:pt idx="3309">
                  <c:v>213.57967276878199</c:v>
                </c:pt>
                <c:pt idx="3310">
                  <c:v>214.10814695810259</c:v>
                </c:pt>
                <c:pt idx="3311">
                  <c:v>211.2163361941403</c:v>
                </c:pt>
                <c:pt idx="3312">
                  <c:v>211.2163361941403</c:v>
                </c:pt>
                <c:pt idx="3313">
                  <c:v>211.2163361941403</c:v>
                </c:pt>
                <c:pt idx="3314">
                  <c:v>212.36629603010192</c:v>
                </c:pt>
                <c:pt idx="3315">
                  <c:v>211.1529192914218</c:v>
                </c:pt>
                <c:pt idx="3316">
                  <c:v>209.51676320128522</c:v>
                </c:pt>
                <c:pt idx="3317">
                  <c:v>211.97311123324738</c:v>
                </c:pt>
                <c:pt idx="3318">
                  <c:v>212.82712552318947</c:v>
                </c:pt>
                <c:pt idx="3319">
                  <c:v>212.82712552318947</c:v>
                </c:pt>
                <c:pt idx="3320">
                  <c:v>212.82712552318947</c:v>
                </c:pt>
                <c:pt idx="3321">
                  <c:v>214.33222001437451</c:v>
                </c:pt>
                <c:pt idx="3322">
                  <c:v>214.59011541876296</c:v>
                </c:pt>
                <c:pt idx="3323">
                  <c:v>217.56648205301653</c:v>
                </c:pt>
                <c:pt idx="3324">
                  <c:v>219.33369974210456</c:v>
                </c:pt>
                <c:pt idx="3325">
                  <c:v>219.29987739398808</c:v>
                </c:pt>
                <c:pt idx="3326">
                  <c:v>219.29987739398808</c:v>
                </c:pt>
                <c:pt idx="3327">
                  <c:v>219.29987739398808</c:v>
                </c:pt>
                <c:pt idx="3328">
                  <c:v>219.2745106329007</c:v>
                </c:pt>
                <c:pt idx="3329">
                  <c:v>215.52868557899632</c:v>
                </c:pt>
                <c:pt idx="3330">
                  <c:v>217.66794909736609</c:v>
                </c:pt>
                <c:pt idx="3331">
                  <c:v>217.72291041305544</c:v>
                </c:pt>
                <c:pt idx="3332">
                  <c:v>216.87735171014248</c:v>
                </c:pt>
                <c:pt idx="3333">
                  <c:v>216.87735171014248</c:v>
                </c:pt>
                <c:pt idx="3334">
                  <c:v>216.87735171014248</c:v>
                </c:pt>
                <c:pt idx="3335">
                  <c:v>223.15562507927115</c:v>
                </c:pt>
                <c:pt idx="3336">
                  <c:v>226.3729759438549</c:v>
                </c:pt>
                <c:pt idx="3337">
                  <c:v>227.26504037542804</c:v>
                </c:pt>
                <c:pt idx="3338">
                  <c:v>223.34164799391198</c:v>
                </c:pt>
                <c:pt idx="3339">
                  <c:v>222.25087726715432</c:v>
                </c:pt>
                <c:pt idx="3340">
                  <c:v>222.25087726715432</c:v>
                </c:pt>
                <c:pt idx="3341">
                  <c:v>222.25087726715432</c:v>
                </c:pt>
                <c:pt idx="3342">
                  <c:v>220.5217097196973</c:v>
                </c:pt>
                <c:pt idx="3343">
                  <c:v>217.1310193210164</c:v>
                </c:pt>
                <c:pt idx="3344">
                  <c:v>216.75474569822012</c:v>
                </c:pt>
                <c:pt idx="3345">
                  <c:v>213.80797361856847</c:v>
                </c:pt>
                <c:pt idx="3346">
                  <c:v>212.7129750982962</c:v>
                </c:pt>
                <c:pt idx="3347">
                  <c:v>212.7129750982962</c:v>
                </c:pt>
                <c:pt idx="3348">
                  <c:v>212.7129750982962</c:v>
                </c:pt>
                <c:pt idx="3349">
                  <c:v>216.66173424089968</c:v>
                </c:pt>
                <c:pt idx="3350">
                  <c:v>219.16036020800743</c:v>
                </c:pt>
                <c:pt idx="3351">
                  <c:v>222.06485435251344</c:v>
                </c:pt>
                <c:pt idx="3352">
                  <c:v>221.86192026381431</c:v>
                </c:pt>
                <c:pt idx="3353">
                  <c:v>223.05415803492158</c:v>
                </c:pt>
                <c:pt idx="3354">
                  <c:v>223.05415803492158</c:v>
                </c:pt>
                <c:pt idx="3355">
                  <c:v>223.05415803492158</c:v>
                </c:pt>
                <c:pt idx="3356">
                  <c:v>221.155878746882</c:v>
                </c:pt>
                <c:pt idx="3357">
                  <c:v>220.8345664397751</c:v>
                </c:pt>
                <c:pt idx="3358">
                  <c:v>221.5659747177948</c:v>
                </c:pt>
                <c:pt idx="3359">
                  <c:v>223.9419946729802</c:v>
                </c:pt>
                <c:pt idx="3360">
                  <c:v>225.39635564199045</c:v>
                </c:pt>
                <c:pt idx="3361">
                  <c:v>225.39635564199045</c:v>
                </c:pt>
                <c:pt idx="3362">
                  <c:v>225.39635564199045</c:v>
                </c:pt>
                <c:pt idx="3363">
                  <c:v>225.81490719993235</c:v>
                </c:pt>
                <c:pt idx="3364">
                  <c:v>224.85097027861158</c:v>
                </c:pt>
                <c:pt idx="3365">
                  <c:v>227.40878535492322</c:v>
                </c:pt>
                <c:pt idx="3366">
                  <c:v>228.33889992812749</c:v>
                </c:pt>
                <c:pt idx="3367">
                  <c:v>224.33517946983469</c:v>
                </c:pt>
                <c:pt idx="3368">
                  <c:v>224.33517946983469</c:v>
                </c:pt>
                <c:pt idx="3369">
                  <c:v>224.33517946983469</c:v>
                </c:pt>
                <c:pt idx="3370">
                  <c:v>224.84674248509705</c:v>
                </c:pt>
                <c:pt idx="3371">
                  <c:v>223.22326977550415</c:v>
                </c:pt>
                <c:pt idx="3372">
                  <c:v>221.81964232866864</c:v>
                </c:pt>
                <c:pt idx="3373">
                  <c:v>224.72413647317464</c:v>
                </c:pt>
                <c:pt idx="3374">
                  <c:v>228.26702743837987</c:v>
                </c:pt>
                <c:pt idx="3375">
                  <c:v>228.26702743837987</c:v>
                </c:pt>
                <c:pt idx="3376">
                  <c:v>228.26702743837987</c:v>
                </c:pt>
                <c:pt idx="3377">
                  <c:v>228.47841711410814</c:v>
                </c:pt>
                <c:pt idx="3378">
                  <c:v>228.04295438210795</c:v>
                </c:pt>
                <c:pt idx="3379">
                  <c:v>228.65598444171988</c:v>
                </c:pt>
                <c:pt idx="3380">
                  <c:v>228.65598444171988</c:v>
                </c:pt>
                <c:pt idx="3381">
                  <c:v>228.65598444171988</c:v>
                </c:pt>
                <c:pt idx="3382">
                  <c:v>228.65598444171988</c:v>
                </c:pt>
                <c:pt idx="3383">
                  <c:v>228.65598444171988</c:v>
                </c:pt>
                <c:pt idx="3384">
                  <c:v>226.83803323045703</c:v>
                </c:pt>
                <c:pt idx="3385">
                  <c:v>227.87807043503994</c:v>
                </c:pt>
                <c:pt idx="3386">
                  <c:v>226.76616074070944</c:v>
                </c:pt>
                <c:pt idx="3387">
                  <c:v>226.76616074070944</c:v>
                </c:pt>
                <c:pt idx="3388">
                  <c:v>231.42941698727432</c:v>
                </c:pt>
                <c:pt idx="3389">
                  <c:v>231.42941698727432</c:v>
                </c:pt>
                <c:pt idx="3390">
                  <c:v>231.42941698727432</c:v>
                </c:pt>
                <c:pt idx="3391">
                  <c:v>231.04891557096349</c:v>
                </c:pt>
                <c:pt idx="3392">
                  <c:v>235.75444975267405</c:v>
                </c:pt>
                <c:pt idx="3393">
                  <c:v>232.94719485900308</c:v>
                </c:pt>
                <c:pt idx="3394">
                  <c:v>230.69800870925462</c:v>
                </c:pt>
                <c:pt idx="3395">
                  <c:v>234.61717329725619</c:v>
                </c:pt>
                <c:pt idx="3396">
                  <c:v>234.61717329725619</c:v>
                </c:pt>
                <c:pt idx="3397">
                  <c:v>234.61717329725619</c:v>
                </c:pt>
                <c:pt idx="3398">
                  <c:v>235.35703716230501</c:v>
                </c:pt>
                <c:pt idx="3399">
                  <c:v>238.63780492960726</c:v>
                </c:pt>
                <c:pt idx="3400">
                  <c:v>240.02452120238448</c:v>
                </c:pt>
                <c:pt idx="3401">
                  <c:v>240.29087219380204</c:v>
                </c:pt>
                <c:pt idx="3402">
                  <c:v>242.49778040840488</c:v>
                </c:pt>
                <c:pt idx="3403">
                  <c:v>242.49778040840488</c:v>
                </c:pt>
                <c:pt idx="3404">
                  <c:v>242.49778040840488</c:v>
                </c:pt>
                <c:pt idx="3405">
                  <c:v>240.06257134401557</c:v>
                </c:pt>
                <c:pt idx="3406">
                  <c:v>238.99716737834521</c:v>
                </c:pt>
                <c:pt idx="3407">
                  <c:v>244.21003678180355</c:v>
                </c:pt>
                <c:pt idx="3408">
                  <c:v>247.16526444848435</c:v>
                </c:pt>
                <c:pt idx="3409">
                  <c:v>245.60943643512454</c:v>
                </c:pt>
                <c:pt idx="3410">
                  <c:v>245.60943643512454</c:v>
                </c:pt>
                <c:pt idx="3411">
                  <c:v>245.60943643512454</c:v>
                </c:pt>
                <c:pt idx="3412">
                  <c:v>244.79347228681351</c:v>
                </c:pt>
                <c:pt idx="3413">
                  <c:v>246.92850801166867</c:v>
                </c:pt>
                <c:pt idx="3414">
                  <c:v>249.52437322961148</c:v>
                </c:pt>
                <c:pt idx="3415">
                  <c:v>248.5562085147761</c:v>
                </c:pt>
                <c:pt idx="3416">
                  <c:v>245.45723586860021</c:v>
                </c:pt>
                <c:pt idx="3417">
                  <c:v>245.45723586860021</c:v>
                </c:pt>
                <c:pt idx="3418">
                  <c:v>245.45723586860021</c:v>
                </c:pt>
                <c:pt idx="3419">
                  <c:v>249.68502938316496</c:v>
                </c:pt>
                <c:pt idx="3420">
                  <c:v>252.57261235361264</c:v>
                </c:pt>
                <c:pt idx="3421">
                  <c:v>252.80091320339918</c:v>
                </c:pt>
                <c:pt idx="3422">
                  <c:v>246.5733733564453</c:v>
                </c:pt>
                <c:pt idx="3423">
                  <c:v>253.73525557011794</c:v>
                </c:pt>
                <c:pt idx="3424">
                  <c:v>253.73525557011794</c:v>
                </c:pt>
                <c:pt idx="3425">
                  <c:v>253.73525557011794</c:v>
                </c:pt>
                <c:pt idx="3426">
                  <c:v>256.71162220437157</c:v>
                </c:pt>
                <c:pt idx="3427">
                  <c:v>253.95087303936074</c:v>
                </c:pt>
                <c:pt idx="3428">
                  <c:v>258.47461209994503</c:v>
                </c:pt>
                <c:pt idx="3429">
                  <c:v>255.66735720627406</c:v>
                </c:pt>
                <c:pt idx="3430">
                  <c:v>254.43706929353573</c:v>
                </c:pt>
                <c:pt idx="3431">
                  <c:v>254.43706929353573</c:v>
                </c:pt>
                <c:pt idx="3432">
                  <c:v>254.43706929353573</c:v>
                </c:pt>
                <c:pt idx="3433">
                  <c:v>255.2530334418467</c:v>
                </c:pt>
                <c:pt idx="3434">
                  <c:v>256.79195028114827</c:v>
                </c:pt>
                <c:pt idx="3435">
                  <c:v>262.30499302414069</c:v>
                </c:pt>
                <c:pt idx="3436">
                  <c:v>263.07022365027694</c:v>
                </c:pt>
                <c:pt idx="3437">
                  <c:v>264.88394706802518</c:v>
                </c:pt>
                <c:pt idx="3438">
                  <c:v>264.88394706802518</c:v>
                </c:pt>
                <c:pt idx="3439">
                  <c:v>264.88394706802518</c:v>
                </c:pt>
                <c:pt idx="3440">
                  <c:v>266.06772925210333</c:v>
                </c:pt>
                <c:pt idx="3441">
                  <c:v>265.01078087346218</c:v>
                </c:pt>
                <c:pt idx="3442">
                  <c:v>268.87498414577431</c:v>
                </c:pt>
                <c:pt idx="3443">
                  <c:v>267.75884665792927</c:v>
                </c:pt>
                <c:pt idx="3444">
                  <c:v>268.15203145478375</c:v>
                </c:pt>
                <c:pt idx="3445">
                  <c:v>268.15203145478375</c:v>
                </c:pt>
                <c:pt idx="3446">
                  <c:v>268.15203145478375</c:v>
                </c:pt>
                <c:pt idx="3447">
                  <c:v>266.24529657971505</c:v>
                </c:pt>
                <c:pt idx="3448">
                  <c:v>256.00980848095378</c:v>
                </c:pt>
                <c:pt idx="3449">
                  <c:v>261.52707901746084</c:v>
                </c:pt>
                <c:pt idx="3450">
                  <c:v>256.62706633408027</c:v>
                </c:pt>
                <c:pt idx="3451">
                  <c:v>253.48158795924402</c:v>
                </c:pt>
                <c:pt idx="3452">
                  <c:v>253.48158795924402</c:v>
                </c:pt>
                <c:pt idx="3453">
                  <c:v>253.48158795924402</c:v>
                </c:pt>
                <c:pt idx="3454">
                  <c:v>257.92077114953702</c:v>
                </c:pt>
                <c:pt idx="3455">
                  <c:v>262.06823658732509</c:v>
                </c:pt>
                <c:pt idx="3456">
                  <c:v>263.46340844713143</c:v>
                </c:pt>
                <c:pt idx="3457">
                  <c:v>260.05157908087767</c:v>
                </c:pt>
                <c:pt idx="3458">
                  <c:v>259.65839428402313</c:v>
                </c:pt>
                <c:pt idx="3459">
                  <c:v>259.65839428402313</c:v>
                </c:pt>
                <c:pt idx="3460">
                  <c:v>259.65839428402313</c:v>
                </c:pt>
                <c:pt idx="3461">
                  <c:v>262.76582251722823</c:v>
                </c:pt>
                <c:pt idx="3462">
                  <c:v>265.72105018390897</c:v>
                </c:pt>
                <c:pt idx="3463">
                  <c:v>264.4611677165687</c:v>
                </c:pt>
                <c:pt idx="3464">
                  <c:v>264.42734536845222</c:v>
                </c:pt>
                <c:pt idx="3465">
                  <c:v>255.31222255105058</c:v>
                </c:pt>
                <c:pt idx="3466">
                  <c:v>255.31222255105058</c:v>
                </c:pt>
                <c:pt idx="3467">
                  <c:v>255.31222255105058</c:v>
                </c:pt>
                <c:pt idx="3468">
                  <c:v>257.29505770938152</c:v>
                </c:pt>
                <c:pt idx="3469">
                  <c:v>260.25874096309138</c:v>
                </c:pt>
                <c:pt idx="3470">
                  <c:v>266.71458165983177</c:v>
                </c:pt>
                <c:pt idx="3471">
                  <c:v>262.88842852915064</c:v>
                </c:pt>
                <c:pt idx="3472">
                  <c:v>259.66262207753772</c:v>
                </c:pt>
                <c:pt idx="3473">
                  <c:v>259.66262207753772</c:v>
                </c:pt>
                <c:pt idx="3474">
                  <c:v>259.66262207753772</c:v>
                </c:pt>
                <c:pt idx="3475">
                  <c:v>258.14907199932355</c:v>
                </c:pt>
                <c:pt idx="3476">
                  <c:v>263.90732676616074</c:v>
                </c:pt>
                <c:pt idx="3477">
                  <c:v>269.04832367987149</c:v>
                </c:pt>
                <c:pt idx="3478">
                  <c:v>269.17515748530838</c:v>
                </c:pt>
                <c:pt idx="3479">
                  <c:v>269.17515748530838</c:v>
                </c:pt>
                <c:pt idx="3480">
                  <c:v>269.17515748530838</c:v>
                </c:pt>
                <c:pt idx="3481">
                  <c:v>269.17515748530838</c:v>
                </c:pt>
                <c:pt idx="3482">
                  <c:v>269.17515748530838</c:v>
                </c:pt>
                <c:pt idx="3483">
                  <c:v>270.38853422398847</c:v>
                </c:pt>
                <c:pt idx="3484">
                  <c:v>278.75956538282674</c:v>
                </c:pt>
                <c:pt idx="3485">
                  <c:v>280.32384898321567</c:v>
                </c:pt>
                <c:pt idx="3486">
                  <c:v>282.12066122690567</c:v>
                </c:pt>
                <c:pt idx="3487">
                  <c:v>282.12066122690567</c:v>
                </c:pt>
                <c:pt idx="3488">
                  <c:v>282.12066122690567</c:v>
                </c:pt>
                <c:pt idx="3489">
                  <c:v>284.09081300469285</c:v>
                </c:pt>
                <c:pt idx="3490">
                  <c:v>286.88961231133476</c:v>
                </c:pt>
                <c:pt idx="3491">
                  <c:v>286.03137022787803</c:v>
                </c:pt>
                <c:pt idx="3492">
                  <c:v>288.55113516255864</c:v>
                </c:pt>
                <c:pt idx="3493">
                  <c:v>291.8784086585211</c:v>
                </c:pt>
                <c:pt idx="3494">
                  <c:v>291.8784086585211</c:v>
                </c:pt>
                <c:pt idx="3495">
                  <c:v>291.8784086585211</c:v>
                </c:pt>
                <c:pt idx="3496">
                  <c:v>291.65856339576374</c:v>
                </c:pt>
                <c:pt idx="3497">
                  <c:v>291.26115080539466</c:v>
                </c:pt>
                <c:pt idx="3498">
                  <c:v>291.60360208007444</c:v>
                </c:pt>
                <c:pt idx="3499">
                  <c:v>292.00101467044351</c:v>
                </c:pt>
                <c:pt idx="3500">
                  <c:v>291.34993446920049</c:v>
                </c:pt>
                <c:pt idx="3501">
                  <c:v>291.34993446920049</c:v>
                </c:pt>
                <c:pt idx="3502">
                  <c:v>291.34993446920049</c:v>
                </c:pt>
                <c:pt idx="3503">
                  <c:v>291.1258614129286</c:v>
                </c:pt>
                <c:pt idx="3504">
                  <c:v>289.8448399780155</c:v>
                </c:pt>
                <c:pt idx="3505">
                  <c:v>292.1701264110261</c:v>
                </c:pt>
                <c:pt idx="3506">
                  <c:v>297.66203018644563</c:v>
                </c:pt>
                <c:pt idx="3507">
                  <c:v>297.66203018644563</c:v>
                </c:pt>
                <c:pt idx="3508">
                  <c:v>297.66203018644563</c:v>
                </c:pt>
                <c:pt idx="3509">
                  <c:v>297.66203018644563</c:v>
                </c:pt>
                <c:pt idx="3510">
                  <c:v>296.82069927704731</c:v>
                </c:pt>
                <c:pt idx="3511">
                  <c:v>302.41407009681643</c:v>
                </c:pt>
                <c:pt idx="3512">
                  <c:v>307.91442945926519</c:v>
                </c:pt>
                <c:pt idx="3513">
                  <c:v>301.7418509280007</c:v>
                </c:pt>
                <c:pt idx="3514">
                  <c:v>304.04177059992389</c:v>
                </c:pt>
                <c:pt idx="3515">
                  <c:v>304.04177059992389</c:v>
                </c:pt>
                <c:pt idx="3516">
                  <c:v>304.04177059992389</c:v>
                </c:pt>
                <c:pt idx="3517">
                  <c:v>309.30960131907159</c:v>
                </c:pt>
                <c:pt idx="3518">
                  <c:v>306.25290660804126</c:v>
                </c:pt>
                <c:pt idx="3519">
                  <c:v>311.10218576924706</c:v>
                </c:pt>
                <c:pt idx="3520">
                  <c:v>313.1653490043546</c:v>
                </c:pt>
                <c:pt idx="3521">
                  <c:v>308.49363717076056</c:v>
                </c:pt>
                <c:pt idx="3522">
                  <c:v>308.49363717076056</c:v>
                </c:pt>
                <c:pt idx="3523">
                  <c:v>308.49363717076056</c:v>
                </c:pt>
                <c:pt idx="3524">
                  <c:v>305.68638227708959</c:v>
                </c:pt>
                <c:pt idx="3525">
                  <c:v>303.4414239208557</c:v>
                </c:pt>
                <c:pt idx="3526">
                  <c:v>309.20390648120747</c:v>
                </c:pt>
                <c:pt idx="3527">
                  <c:v>311.29243647740242</c:v>
                </c:pt>
                <c:pt idx="3528">
                  <c:v>315.02135035724854</c:v>
                </c:pt>
                <c:pt idx="3529">
                  <c:v>315.02135035724854</c:v>
                </c:pt>
                <c:pt idx="3530">
                  <c:v>315.02135035724854</c:v>
                </c:pt>
                <c:pt idx="3531">
                  <c:v>316.69978438253077</c:v>
                </c:pt>
                <c:pt idx="3532">
                  <c:v>319.90022407305628</c:v>
                </c:pt>
                <c:pt idx="3533">
                  <c:v>318.03576713313322</c:v>
                </c:pt>
                <c:pt idx="3534">
                  <c:v>319.76493468059022</c:v>
                </c:pt>
                <c:pt idx="3535">
                  <c:v>320.11161374878452</c:v>
                </c:pt>
                <c:pt idx="3536">
                  <c:v>320.11161374878452</c:v>
                </c:pt>
                <c:pt idx="3537">
                  <c:v>320.11161374878452</c:v>
                </c:pt>
                <c:pt idx="3538">
                  <c:v>321.44336870587239</c:v>
                </c:pt>
                <c:pt idx="3539">
                  <c:v>326.47867078171902</c:v>
                </c:pt>
                <c:pt idx="3540">
                  <c:v>327.33691286517563</c:v>
                </c:pt>
                <c:pt idx="3541">
                  <c:v>326.03898025620424</c:v>
                </c:pt>
                <c:pt idx="3542">
                  <c:v>315.80771995095762</c:v>
                </c:pt>
                <c:pt idx="3543">
                  <c:v>315.80771995095762</c:v>
                </c:pt>
                <c:pt idx="3544">
                  <c:v>315.80771995095762</c:v>
                </c:pt>
                <c:pt idx="3545">
                  <c:v>319.38443326427944</c:v>
                </c:pt>
                <c:pt idx="3546">
                  <c:v>313.52893924660719</c:v>
                </c:pt>
                <c:pt idx="3547">
                  <c:v>306.04151693231302</c:v>
                </c:pt>
                <c:pt idx="3548">
                  <c:v>314.03204667484039</c:v>
                </c:pt>
                <c:pt idx="3549">
                  <c:v>322.56373398723207</c:v>
                </c:pt>
                <c:pt idx="3550">
                  <c:v>322.56373398723207</c:v>
                </c:pt>
                <c:pt idx="3551">
                  <c:v>322.56373398723207</c:v>
                </c:pt>
                <c:pt idx="3552">
                  <c:v>327.45529108358346</c:v>
                </c:pt>
                <c:pt idx="3553">
                  <c:v>327.53561916036023</c:v>
                </c:pt>
                <c:pt idx="3554">
                  <c:v>331.70422356572107</c:v>
                </c:pt>
                <c:pt idx="3555">
                  <c:v>334.17325497822685</c:v>
                </c:pt>
                <c:pt idx="3556">
                  <c:v>334.61717329725616</c:v>
                </c:pt>
                <c:pt idx="3557">
                  <c:v>334.61717329725616</c:v>
                </c:pt>
                <c:pt idx="3558">
                  <c:v>334.61717329725616</c:v>
                </c:pt>
                <c:pt idx="3559">
                  <c:v>338.94643385617047</c:v>
                </c:pt>
                <c:pt idx="3560">
                  <c:v>334.60871771022704</c:v>
                </c:pt>
                <c:pt idx="3561">
                  <c:v>331.75918488141042</c:v>
                </c:pt>
                <c:pt idx="3562">
                  <c:v>332.57937682323598</c:v>
                </c:pt>
                <c:pt idx="3563">
                  <c:v>326.61396017418508</c:v>
                </c:pt>
                <c:pt idx="3564">
                  <c:v>326.61396017418508</c:v>
                </c:pt>
                <c:pt idx="3565">
                  <c:v>326.61396017418508</c:v>
                </c:pt>
                <c:pt idx="3566">
                  <c:v>328.22897729674884</c:v>
                </c:pt>
                <c:pt idx="3567">
                  <c:v>332.19464761341055</c:v>
                </c:pt>
                <c:pt idx="3568">
                  <c:v>328.22052170971972</c:v>
                </c:pt>
                <c:pt idx="3569">
                  <c:v>330.70646429628374</c:v>
                </c:pt>
                <c:pt idx="3570">
                  <c:v>333.29810172071194</c:v>
                </c:pt>
                <c:pt idx="3571">
                  <c:v>333.29810172071194</c:v>
                </c:pt>
                <c:pt idx="3572">
                  <c:v>333.29810172071194</c:v>
                </c:pt>
                <c:pt idx="3573">
                  <c:v>336.54927493341222</c:v>
                </c:pt>
                <c:pt idx="3574">
                  <c:v>333.62364182133348</c:v>
                </c:pt>
                <c:pt idx="3575">
                  <c:v>331.12501585422569</c:v>
                </c:pt>
                <c:pt idx="3576">
                  <c:v>335.4415930325963</c:v>
                </c:pt>
                <c:pt idx="3577">
                  <c:v>333.27273495962453</c:v>
                </c:pt>
                <c:pt idx="3578">
                  <c:v>333.27273495962453</c:v>
                </c:pt>
                <c:pt idx="3579">
                  <c:v>333.27273495962453</c:v>
                </c:pt>
                <c:pt idx="3580">
                  <c:v>332.06358601445902</c:v>
                </c:pt>
                <c:pt idx="3581">
                  <c:v>332.27074789667267</c:v>
                </c:pt>
                <c:pt idx="3582">
                  <c:v>329.02803027100157</c:v>
                </c:pt>
                <c:pt idx="3583">
                  <c:v>321.07977846361985</c:v>
                </c:pt>
                <c:pt idx="3584">
                  <c:v>320.65277131864877</c:v>
                </c:pt>
                <c:pt idx="3585">
                  <c:v>320.65277131864877</c:v>
                </c:pt>
                <c:pt idx="3586">
                  <c:v>320.65277131864877</c:v>
                </c:pt>
                <c:pt idx="3587">
                  <c:v>321.3714962161248</c:v>
                </c:pt>
                <c:pt idx="3588">
                  <c:v>330.15685113939031</c:v>
                </c:pt>
                <c:pt idx="3589">
                  <c:v>333.5475415380713</c:v>
                </c:pt>
                <c:pt idx="3590">
                  <c:v>329.98351160529319</c:v>
                </c:pt>
                <c:pt idx="3591">
                  <c:v>327.97953747938948</c:v>
                </c:pt>
                <c:pt idx="3592">
                  <c:v>327.97953747938948</c:v>
                </c:pt>
                <c:pt idx="3593">
                  <c:v>327.97953747938948</c:v>
                </c:pt>
                <c:pt idx="3594">
                  <c:v>325.29066080412628</c:v>
                </c:pt>
                <c:pt idx="3595">
                  <c:v>319.43093899293956</c:v>
                </c:pt>
                <c:pt idx="3596">
                  <c:v>315.29192914218072</c:v>
                </c:pt>
                <c:pt idx="3597">
                  <c:v>322.0817655265717</c:v>
                </c:pt>
                <c:pt idx="3598">
                  <c:v>324.42396313364054</c:v>
                </c:pt>
                <c:pt idx="3599">
                  <c:v>324.42396313364054</c:v>
                </c:pt>
                <c:pt idx="3600">
                  <c:v>324.42396313364054</c:v>
                </c:pt>
                <c:pt idx="3601">
                  <c:v>327.21853464676786</c:v>
                </c:pt>
                <c:pt idx="3602">
                  <c:v>331.33217773643935</c:v>
                </c:pt>
                <c:pt idx="3603">
                  <c:v>330.82484251469157</c:v>
                </c:pt>
                <c:pt idx="3604">
                  <c:v>330.54158034921579</c:v>
                </c:pt>
                <c:pt idx="3605">
                  <c:v>333.62364182133348</c:v>
                </c:pt>
                <c:pt idx="3606">
                  <c:v>333.62364182133348</c:v>
                </c:pt>
                <c:pt idx="3607">
                  <c:v>333.62364182133348</c:v>
                </c:pt>
                <c:pt idx="3608">
                  <c:v>337.90216885807297</c:v>
                </c:pt>
                <c:pt idx="3609">
                  <c:v>339.3818965881706</c:v>
                </c:pt>
                <c:pt idx="3610">
                  <c:v>343.71961273411404</c:v>
                </c:pt>
                <c:pt idx="3611">
                  <c:v>343.51245085190038</c:v>
                </c:pt>
                <c:pt idx="3612">
                  <c:v>344.52712129539594</c:v>
                </c:pt>
                <c:pt idx="3613">
                  <c:v>344.52712129539594</c:v>
                </c:pt>
                <c:pt idx="3614">
                  <c:v>344.52712129539594</c:v>
                </c:pt>
                <c:pt idx="3615">
                  <c:v>345.79968714327987</c:v>
                </c:pt>
                <c:pt idx="3616">
                  <c:v>340.74324609986053</c:v>
                </c:pt>
                <c:pt idx="3617">
                  <c:v>361.37910624445101</c:v>
                </c:pt>
                <c:pt idx="3618">
                  <c:v>353.01230287912739</c:v>
                </c:pt>
                <c:pt idx="3619">
                  <c:v>357.22741301314846</c:v>
                </c:pt>
                <c:pt idx="3620">
                  <c:v>357.22741301314846</c:v>
                </c:pt>
                <c:pt idx="3621">
                  <c:v>357.22741301314846</c:v>
                </c:pt>
                <c:pt idx="3622">
                  <c:v>351.70591468312688</c:v>
                </c:pt>
                <c:pt idx="3623">
                  <c:v>357.83621527924578</c:v>
                </c:pt>
                <c:pt idx="3624">
                  <c:v>356.83000042277934</c:v>
                </c:pt>
                <c:pt idx="3625">
                  <c:v>354.11998477994337</c:v>
                </c:pt>
                <c:pt idx="3626">
                  <c:v>351.67209233501035</c:v>
                </c:pt>
                <c:pt idx="3627">
                  <c:v>351.67209233501035</c:v>
                </c:pt>
                <c:pt idx="3628">
                  <c:v>351.67209233501035</c:v>
                </c:pt>
                <c:pt idx="3629">
                  <c:v>352.41195620005914</c:v>
                </c:pt>
                <c:pt idx="3630">
                  <c:v>354.78374836172998</c:v>
                </c:pt>
                <c:pt idx="3631">
                  <c:v>355.41368959540011</c:v>
                </c:pt>
                <c:pt idx="3632">
                  <c:v>359.22715934553753</c:v>
                </c:pt>
                <c:pt idx="3633">
                  <c:v>360.0854014289942</c:v>
                </c:pt>
                <c:pt idx="3634">
                  <c:v>360.0854014289942</c:v>
                </c:pt>
                <c:pt idx="3635">
                  <c:v>360.0854014289942</c:v>
                </c:pt>
                <c:pt idx="3636">
                  <c:v>361.16771656872277</c:v>
                </c:pt>
                <c:pt idx="3637">
                  <c:v>360.52086416099434</c:v>
                </c:pt>
                <c:pt idx="3638">
                  <c:v>357.73052044138166</c:v>
                </c:pt>
                <c:pt idx="3639">
                  <c:v>353.08840316238957</c:v>
                </c:pt>
                <c:pt idx="3640">
                  <c:v>357.87003762736231</c:v>
                </c:pt>
                <c:pt idx="3641">
                  <c:v>357.87003762736231</c:v>
                </c:pt>
                <c:pt idx="3642">
                  <c:v>357.87003762736231</c:v>
                </c:pt>
                <c:pt idx="3643">
                  <c:v>353.32515959920516</c:v>
                </c:pt>
                <c:pt idx="3644">
                  <c:v>351.08442903648586</c:v>
                </c:pt>
                <c:pt idx="3645">
                  <c:v>352.18788314378725</c:v>
                </c:pt>
                <c:pt idx="3646">
                  <c:v>359.36244873800365</c:v>
                </c:pt>
                <c:pt idx="3647">
                  <c:v>355.95061937174989</c:v>
                </c:pt>
                <c:pt idx="3648">
                  <c:v>355.95061937174989</c:v>
                </c:pt>
                <c:pt idx="3649">
                  <c:v>355.95061937174989</c:v>
                </c:pt>
                <c:pt idx="3650">
                  <c:v>360.75762059780999</c:v>
                </c:pt>
              </c:numCache>
            </c:numRef>
          </c:val>
          <c:smooth val="0"/>
          <c:extLst>
            <c:ext xmlns:c16="http://schemas.microsoft.com/office/drawing/2014/chart" uri="{C3380CC4-5D6E-409C-BE32-E72D297353CC}">
              <c16:uniqueId val="{00000000-21BE-4504-B971-BFF606B0DED7}"/>
            </c:ext>
          </c:extLst>
        </c:ser>
        <c:dLbls>
          <c:showLegendKey val="0"/>
          <c:showVal val="0"/>
          <c:showCatName val="0"/>
          <c:showSerName val="0"/>
          <c:showPercent val="0"/>
          <c:showBubbleSize val="0"/>
        </c:dLbls>
        <c:smooth val="0"/>
        <c:axId val="336492575"/>
        <c:axId val="2065894768"/>
      </c:lineChart>
      <c:dateAx>
        <c:axId val="336492575"/>
        <c:scaling>
          <c:orientation val="minMax"/>
        </c:scaling>
        <c:delete val="0"/>
        <c:axPos val="b"/>
        <c:numFmt formatCode="[$-40C]mmm\-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2065894768"/>
        <c:crosses val="autoZero"/>
        <c:auto val="1"/>
        <c:lblOffset val="100"/>
        <c:baseTimeUnit val="days"/>
      </c:dateAx>
      <c:valAx>
        <c:axId val="2065894768"/>
        <c:scaling>
          <c:orientation val="minMax"/>
          <c:max val="400"/>
        </c:scaling>
        <c:delete val="0"/>
        <c:axPos val="l"/>
        <c:majorGridlines>
          <c:spPr>
            <a:ln w="9525" cap="flat" cmpd="sng" algn="ctr">
              <a:solidFill>
                <a:schemeClr val="tx1">
                  <a:lumMod val="15000"/>
                  <a:lumOff val="85000"/>
                </a:schemeClr>
              </a:solidFill>
              <a:round/>
            </a:ln>
            <a:effectLst/>
          </c:spPr>
        </c:majorGridlines>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336492575"/>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D020F2CC-34E3-40F1-BB9D-9A526D711646}" type="datetimeFigureOut">
              <a:rPr lang="fr-FR" smtClean="0"/>
              <a:t>02/10/2026</a:t>
            </a:fld>
            <a:endParaRPr lang="fr-FR"/>
          </a:p>
        </p:txBody>
      </p:sp>
      <p:sp>
        <p:nvSpPr>
          <p:cNvPr id="4" name="Espace réservé de l'image des diapositives 3"/>
          <p:cNvSpPr>
            <a:spLocks noGrp="1" noRot="1" noChangeAspect="1"/>
          </p:cNvSpPr>
          <p:nvPr>
            <p:ph type="sldImg" idx="2"/>
          </p:nvPr>
        </p:nvSpPr>
        <p:spPr>
          <a:xfrm>
            <a:off x="2900363" y="857250"/>
            <a:ext cx="3343275" cy="231457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C56596BE-74D4-41E3-9D35-932E267024E7}" type="slidenum">
              <a:rPr lang="fr-FR" smtClean="0"/>
              <a:t>‹N°›</a:t>
            </a:fld>
            <a:endParaRPr lang="fr-FR"/>
          </a:p>
        </p:txBody>
      </p:sp>
    </p:spTree>
    <p:extLst>
      <p:ext uri="{BB962C8B-B14F-4D97-AF65-F5344CB8AC3E}">
        <p14:creationId xmlns:p14="http://schemas.microsoft.com/office/powerpoint/2010/main" val="867050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56596BE-74D4-41E3-9D35-932E267024E7}" type="slidenum">
              <a:rPr lang="fr-FR" smtClean="0"/>
              <a:t>1</a:t>
            </a:fld>
            <a:endParaRPr lang="fr-FR"/>
          </a:p>
        </p:txBody>
      </p:sp>
    </p:spTree>
    <p:extLst>
      <p:ext uri="{BB962C8B-B14F-4D97-AF65-F5344CB8AC3E}">
        <p14:creationId xmlns:p14="http://schemas.microsoft.com/office/powerpoint/2010/main" val="40087720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86023B9-257D-499D-A2C2-4E46A2E61F3E}" type="datetimeFigureOut">
              <a:rPr lang="fr-FR" smtClean="0"/>
              <a:t>02/10/2026</a:t>
            </a:fld>
            <a:endParaRPr lang="fr-FR" dirty="0"/>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392F7DBF-BA21-4B9A-85E8-C9F9B842FF8A}" type="slidenum">
              <a:rPr lang="fr-FR" smtClean="0"/>
              <a:t>‹N°›</a:t>
            </a:fld>
            <a:endParaRPr lang="fr-FR"/>
          </a:p>
        </p:txBody>
      </p:sp>
    </p:spTree>
    <p:extLst>
      <p:ext uri="{BB962C8B-B14F-4D97-AF65-F5344CB8AC3E}">
        <p14:creationId xmlns:p14="http://schemas.microsoft.com/office/powerpoint/2010/main" val="29534518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6023B9-257D-499D-A2C2-4E46A2E61F3E}" type="datetimeFigureOut">
              <a:rPr lang="fr-FR" smtClean="0"/>
              <a:t>02/10/2026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392F7DBF-BA21-4B9A-85E8-C9F9B842FF8A}" type="slidenum">
              <a:rPr lang="fr-FR" smtClean="0"/>
              <a:t>‹N°›</a:t>
            </a:fld>
            <a:endParaRPr lang="fr-FR"/>
          </a:p>
        </p:txBody>
      </p:sp>
    </p:spTree>
    <p:extLst>
      <p:ext uri="{BB962C8B-B14F-4D97-AF65-F5344CB8AC3E}">
        <p14:creationId xmlns:p14="http://schemas.microsoft.com/office/powerpoint/2010/main" val="164022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6023B9-257D-499D-A2C2-4E46A2E61F3E}" type="datetimeFigureOut">
              <a:rPr lang="fr-FR" smtClean="0"/>
              <a:t>02/10/2026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392F7DBF-BA21-4B9A-85E8-C9F9B842FF8A}" type="slidenum">
              <a:rPr lang="fr-FR" smtClean="0"/>
              <a:t>‹N°›</a:t>
            </a:fld>
            <a:endParaRPr lang="fr-FR"/>
          </a:p>
        </p:txBody>
      </p:sp>
    </p:spTree>
    <p:extLst>
      <p:ext uri="{BB962C8B-B14F-4D97-AF65-F5344CB8AC3E}">
        <p14:creationId xmlns:p14="http://schemas.microsoft.com/office/powerpoint/2010/main" val="11288897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86023B9-257D-499D-A2C2-4E46A2E61F3E}" type="datetimeFigureOut">
              <a:rPr lang="fr-FR" smtClean="0"/>
              <a:t>02/10/2026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392F7DBF-BA21-4B9A-85E8-C9F9B842FF8A}" type="slidenum">
              <a:rPr lang="fr-FR" smtClean="0"/>
              <a:t>‹N°›</a:t>
            </a:fld>
            <a:endParaRPr lang="fr-FR"/>
          </a:p>
        </p:txBody>
      </p:sp>
    </p:spTree>
    <p:extLst>
      <p:ext uri="{BB962C8B-B14F-4D97-AF65-F5344CB8AC3E}">
        <p14:creationId xmlns:p14="http://schemas.microsoft.com/office/powerpoint/2010/main" val="31235299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86023B9-257D-499D-A2C2-4E46A2E61F3E}" type="datetimeFigureOut">
              <a:rPr lang="fr-FR" smtClean="0"/>
              <a:t>02/10/2026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392F7DBF-BA21-4B9A-85E8-C9F9B842FF8A}" type="slidenum">
              <a:rPr lang="fr-FR" smtClean="0"/>
              <a:t>‹N°›</a:t>
            </a:fld>
            <a:endParaRPr lang="fr-FR"/>
          </a:p>
        </p:txBody>
      </p:sp>
    </p:spTree>
    <p:extLst>
      <p:ext uri="{BB962C8B-B14F-4D97-AF65-F5344CB8AC3E}">
        <p14:creationId xmlns:p14="http://schemas.microsoft.com/office/powerpoint/2010/main" val="2467596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86023B9-257D-499D-A2C2-4E46A2E61F3E}" type="datetimeFigureOut">
              <a:rPr lang="fr-FR" smtClean="0"/>
              <a:t>02/10/2026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392F7DBF-BA21-4B9A-85E8-C9F9B842FF8A}" type="slidenum">
              <a:rPr lang="fr-FR" smtClean="0"/>
              <a:t>‹N°›</a:t>
            </a:fld>
            <a:endParaRPr lang="fr-FR"/>
          </a:p>
        </p:txBody>
      </p:sp>
    </p:spTree>
    <p:extLst>
      <p:ext uri="{BB962C8B-B14F-4D97-AF65-F5344CB8AC3E}">
        <p14:creationId xmlns:p14="http://schemas.microsoft.com/office/powerpoint/2010/main" val="4962462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6023B9-257D-499D-A2C2-4E46A2E61F3E}" type="datetimeFigureOut">
              <a:rPr lang="fr-FR" smtClean="0"/>
              <a:t>02/10/2026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392F7DBF-BA21-4B9A-85E8-C9F9B842FF8A}" type="slidenum">
              <a:rPr lang="fr-FR" smtClean="0"/>
              <a:t>‹N°›</a:t>
            </a:fld>
            <a:endParaRPr lang="fr-FR"/>
          </a:p>
        </p:txBody>
      </p:sp>
    </p:spTree>
    <p:extLst>
      <p:ext uri="{BB962C8B-B14F-4D97-AF65-F5344CB8AC3E}">
        <p14:creationId xmlns:p14="http://schemas.microsoft.com/office/powerpoint/2010/main" val="42718251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86023B9-257D-499D-A2C2-4E46A2E61F3E}" type="datetimeFigureOut">
              <a:rPr lang="fr-FR" smtClean="0"/>
              <a:t>02/10/2026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392F7DBF-BA21-4B9A-85E8-C9F9B842FF8A}" type="slidenum">
              <a:rPr lang="fr-FR" smtClean="0"/>
              <a:t>‹N°›</a:t>
            </a:fld>
            <a:endParaRPr lang="fr-FR"/>
          </a:p>
        </p:txBody>
      </p:sp>
    </p:spTree>
    <p:extLst>
      <p:ext uri="{BB962C8B-B14F-4D97-AF65-F5344CB8AC3E}">
        <p14:creationId xmlns:p14="http://schemas.microsoft.com/office/powerpoint/2010/main" val="35810927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86023B9-257D-499D-A2C2-4E46A2E61F3E}" type="datetimeFigureOut">
              <a:rPr lang="fr-FR" smtClean="0"/>
              <a:t>02/10/2026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392F7DBF-BA21-4B9A-85E8-C9F9B842FF8A}" type="slidenum">
              <a:rPr lang="fr-FR" smtClean="0"/>
              <a:t>‹N°›</a:t>
            </a:fld>
            <a:endParaRPr lang="fr-FR"/>
          </a:p>
        </p:txBody>
      </p:sp>
    </p:spTree>
    <p:extLst>
      <p:ext uri="{BB962C8B-B14F-4D97-AF65-F5344CB8AC3E}">
        <p14:creationId xmlns:p14="http://schemas.microsoft.com/office/powerpoint/2010/main" val="686712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6023B9-257D-499D-A2C2-4E46A2E61F3E}" type="datetimeFigureOut">
              <a:rPr lang="fr-FR" smtClean="0"/>
              <a:t>02/10/2026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392F7DBF-BA21-4B9A-85E8-C9F9B842FF8A}" type="slidenum">
              <a:rPr lang="fr-FR" smtClean="0"/>
              <a:t>‹N°›</a:t>
            </a:fld>
            <a:endParaRPr lang="fr-FR"/>
          </a:p>
        </p:txBody>
      </p:sp>
    </p:spTree>
    <p:extLst>
      <p:ext uri="{BB962C8B-B14F-4D97-AF65-F5344CB8AC3E}">
        <p14:creationId xmlns:p14="http://schemas.microsoft.com/office/powerpoint/2010/main" val="20651006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6023B9-257D-499D-A2C2-4E46A2E61F3E}" type="datetimeFigureOut">
              <a:rPr lang="fr-FR" smtClean="0"/>
              <a:t>02/10/2026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392F7DBF-BA21-4B9A-85E8-C9F9B842FF8A}" type="slidenum">
              <a:rPr lang="fr-FR" smtClean="0"/>
              <a:t>‹N°›</a:t>
            </a:fld>
            <a:endParaRPr lang="fr-FR"/>
          </a:p>
        </p:txBody>
      </p:sp>
    </p:spTree>
    <p:extLst>
      <p:ext uri="{BB962C8B-B14F-4D97-AF65-F5344CB8AC3E}">
        <p14:creationId xmlns:p14="http://schemas.microsoft.com/office/powerpoint/2010/main" val="454778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6023B9-257D-499D-A2C2-4E46A2E61F3E}" type="datetimeFigureOut">
              <a:rPr lang="fr-FR" smtClean="0"/>
              <a:t>02/10/2026</a:t>
            </a:fld>
            <a:endParaRPr lang="fr-FR"/>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050">
                <a:solidFill>
                  <a:schemeClr val="tx1">
                    <a:tint val="75000"/>
                  </a:schemeClr>
                </a:solidFill>
              </a:defRPr>
            </a:lvl1pPr>
          </a:lstStyle>
          <a:p>
            <a:r>
              <a:rPr lang="fr-FR" dirty="0"/>
              <a:t>Présentation confidentielle</a:t>
            </a:r>
          </a:p>
        </p:txBody>
      </p:sp>
      <p:sp>
        <p:nvSpPr>
          <p:cNvPr id="6" name="Slide Number Placeholder 5"/>
          <p:cNvSpPr>
            <a:spLocks noGrp="1"/>
          </p:cNvSpPr>
          <p:nvPr>
            <p:ph type="sldNum" sz="quarter" idx="4"/>
          </p:nvPr>
        </p:nvSpPr>
        <p:spPr>
          <a:xfrm>
            <a:off x="6719888" y="6356352"/>
            <a:ext cx="222885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92F7DBF-BA21-4B9A-85E8-C9F9B842FF8A}" type="slidenum">
              <a:rPr lang="fr-FR" smtClean="0"/>
              <a:pPr/>
              <a:t>‹N°›</a:t>
            </a:fld>
            <a:endParaRPr lang="fr-FR" dirty="0"/>
          </a:p>
        </p:txBody>
      </p:sp>
      <p:sp>
        <p:nvSpPr>
          <p:cNvPr id="9" name="Slide Number Placeholder 5">
            <a:extLst>
              <a:ext uri="{FF2B5EF4-FFF2-40B4-BE49-F238E27FC236}">
                <a16:creationId xmlns:a16="http://schemas.microsoft.com/office/drawing/2014/main" id="{09F6DA22-D4C4-D517-D6FB-279B45F95B08}"/>
              </a:ext>
            </a:extLst>
          </p:cNvPr>
          <p:cNvSpPr txBox="1">
            <a:spLocks/>
          </p:cNvSpPr>
          <p:nvPr userDrawn="1"/>
        </p:nvSpPr>
        <p:spPr>
          <a:xfrm>
            <a:off x="0" y="6538914"/>
            <a:ext cx="222885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92F7DBF-BA21-4B9A-85E8-C9F9B842FF8A}" type="slidenum">
              <a:rPr lang="fr-FR" sz="1200" smtClean="0">
                <a:solidFill>
                  <a:schemeClr val="bg2">
                    <a:lumMod val="50000"/>
                  </a:schemeClr>
                </a:solidFill>
              </a:rPr>
              <a:pPr/>
              <a:t>‹N°›</a:t>
            </a:fld>
            <a:endParaRPr lang="fr-FR" sz="1200" dirty="0">
              <a:solidFill>
                <a:schemeClr val="bg2">
                  <a:lumMod val="50000"/>
                </a:schemeClr>
              </a:solidFill>
            </a:endParaRPr>
          </a:p>
        </p:txBody>
      </p:sp>
      <p:pic>
        <p:nvPicPr>
          <p:cNvPr id="7" name="Image 6" descr="Une image contenant texte, Police, logo, Graphique&#10;&#10;Description générée automatiquement">
            <a:extLst>
              <a:ext uri="{FF2B5EF4-FFF2-40B4-BE49-F238E27FC236}">
                <a16:creationId xmlns:a16="http://schemas.microsoft.com/office/drawing/2014/main" id="{AD263C92-84BB-B10C-7C84-8CE45157936F}"/>
              </a:ext>
            </a:extLst>
          </p:cNvPr>
          <p:cNvPicPr>
            <a:picLocks noChangeAspect="1"/>
          </p:cNvPicPr>
          <p:nvPr userDrawn="1"/>
        </p:nvPicPr>
        <p:blipFill>
          <a:blip r:embed="rId13"/>
          <a:stretch>
            <a:fillRect/>
          </a:stretch>
        </p:blipFill>
        <p:spPr>
          <a:xfrm>
            <a:off x="9224962" y="58271"/>
            <a:ext cx="622300" cy="447675"/>
          </a:xfrm>
          <a:prstGeom prst="rect">
            <a:avLst/>
          </a:prstGeom>
        </p:spPr>
      </p:pic>
    </p:spTree>
    <p:extLst>
      <p:ext uri="{BB962C8B-B14F-4D97-AF65-F5344CB8AC3E}">
        <p14:creationId xmlns:p14="http://schemas.microsoft.com/office/powerpoint/2010/main" val="185439591"/>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E53DDF6B-17DF-DA0D-626F-921750020A20}"/>
              </a:ext>
            </a:extLst>
          </p:cNvPr>
          <p:cNvGrpSpPr/>
          <p:nvPr/>
        </p:nvGrpSpPr>
        <p:grpSpPr>
          <a:xfrm>
            <a:off x="1" y="2"/>
            <a:ext cx="9144000" cy="414867"/>
            <a:chOff x="0" y="0"/>
            <a:chExt cx="8652933" cy="414867"/>
          </a:xfrm>
        </p:grpSpPr>
        <p:sp>
          <p:nvSpPr>
            <p:cNvPr id="7" name="Rectangle 6">
              <a:extLst>
                <a:ext uri="{FF2B5EF4-FFF2-40B4-BE49-F238E27FC236}">
                  <a16:creationId xmlns:a16="http://schemas.microsoft.com/office/drawing/2014/main" id="{463C95C1-D3B8-D828-5681-06AF9E346463}"/>
                </a:ext>
              </a:extLst>
            </p:cNvPr>
            <p:cNvSpPr/>
            <p:nvPr/>
          </p:nvSpPr>
          <p:spPr>
            <a:xfrm>
              <a:off x="0" y="0"/>
              <a:ext cx="8331200" cy="414867"/>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0" rtlCol="0" anchor="ctr"/>
            <a:lstStyle/>
            <a:p>
              <a:r>
                <a:rPr lang="fr-FR" sz="1600" b="1" dirty="0">
                  <a:latin typeface="Montserrat" panose="02000505000000020004" pitchFamily="2" charset="0"/>
                </a:rPr>
                <a:t>PRÉSENTATION DE L’INDICE</a:t>
              </a:r>
            </a:p>
          </p:txBody>
        </p:sp>
        <p:sp>
          <p:nvSpPr>
            <p:cNvPr id="32" name="Isosceles Triangle 31">
              <a:extLst>
                <a:ext uri="{FF2B5EF4-FFF2-40B4-BE49-F238E27FC236}">
                  <a16:creationId xmlns:a16="http://schemas.microsoft.com/office/drawing/2014/main" id="{3CE6EA4F-B931-42D3-1A86-A547D2349357}"/>
                </a:ext>
              </a:extLst>
            </p:cNvPr>
            <p:cNvSpPr/>
            <p:nvPr/>
          </p:nvSpPr>
          <p:spPr>
            <a:xfrm>
              <a:off x="8009467" y="0"/>
              <a:ext cx="643466" cy="414867"/>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dirty="0"/>
            </a:p>
          </p:txBody>
        </p:sp>
      </p:grpSp>
      <p:grpSp>
        <p:nvGrpSpPr>
          <p:cNvPr id="16" name="Group 7">
            <a:extLst>
              <a:ext uri="{FF2B5EF4-FFF2-40B4-BE49-F238E27FC236}">
                <a16:creationId xmlns:a16="http://schemas.microsoft.com/office/drawing/2014/main" id="{8A60C56F-1861-DF98-4D12-D30BBBBFAA05}"/>
              </a:ext>
            </a:extLst>
          </p:cNvPr>
          <p:cNvGrpSpPr/>
          <p:nvPr/>
        </p:nvGrpSpPr>
        <p:grpSpPr>
          <a:xfrm>
            <a:off x="288000" y="537372"/>
            <a:ext cx="9112269" cy="348966"/>
            <a:chOff x="5003798" y="784425"/>
            <a:chExt cx="5150769" cy="348966"/>
          </a:xfrm>
        </p:grpSpPr>
        <p:sp>
          <p:nvSpPr>
            <p:cNvPr id="17" name="TextBox 8">
              <a:extLst>
                <a:ext uri="{FF2B5EF4-FFF2-40B4-BE49-F238E27FC236}">
                  <a16:creationId xmlns:a16="http://schemas.microsoft.com/office/drawing/2014/main" id="{46CECCED-56C7-B557-26C9-13DB09DAB449}"/>
                </a:ext>
              </a:extLst>
            </p:cNvPr>
            <p:cNvSpPr txBox="1"/>
            <p:nvPr/>
          </p:nvSpPr>
          <p:spPr>
            <a:xfrm>
              <a:off x="5003798" y="784425"/>
              <a:ext cx="5150769" cy="307777"/>
            </a:xfrm>
            <a:prstGeom prst="rect">
              <a:avLst/>
            </a:prstGeom>
            <a:noFill/>
          </p:spPr>
          <p:txBody>
            <a:bodyPr wrap="square" rtlCol="0">
              <a:spAutoFit/>
            </a:bodyPr>
            <a:lstStyle/>
            <a:p>
              <a:r>
                <a:rPr lang="fr-FR" sz="1400" b="1" dirty="0">
                  <a:solidFill>
                    <a:srgbClr val="002060"/>
                  </a:solidFill>
                  <a:highlight>
                    <a:srgbClr val="FFFFFF"/>
                  </a:highlight>
                </a:rPr>
                <a:t>Euronext N </a:t>
              </a:r>
              <a:r>
                <a:rPr lang="fr-FR" sz="1400" b="1" dirty="0" err="1">
                  <a:solidFill>
                    <a:srgbClr val="002060"/>
                  </a:solidFill>
                  <a:highlight>
                    <a:srgbClr val="FFFFFF"/>
                  </a:highlight>
                </a:rPr>
                <a:t>Transatlantic</a:t>
              </a:r>
              <a:r>
                <a:rPr lang="fr-FR" sz="1400" b="1" dirty="0">
                  <a:solidFill>
                    <a:srgbClr val="002060"/>
                  </a:solidFill>
                  <a:highlight>
                    <a:srgbClr val="FFFFFF"/>
                  </a:highlight>
                </a:rPr>
                <a:t> 30 Strategic </a:t>
              </a:r>
              <a:r>
                <a:rPr lang="fr-FR" sz="1400" b="1" dirty="0" err="1">
                  <a:solidFill>
                    <a:srgbClr val="002060"/>
                  </a:solidFill>
                  <a:highlight>
                    <a:srgbClr val="FFFFFF"/>
                  </a:highlight>
                </a:rPr>
                <a:t>Sectors</a:t>
              </a:r>
              <a:r>
                <a:rPr lang="fr-FR" sz="1400" b="1" dirty="0">
                  <a:solidFill>
                    <a:srgbClr val="002060"/>
                  </a:solidFill>
                  <a:highlight>
                    <a:srgbClr val="FFFFFF"/>
                  </a:highlight>
                </a:rPr>
                <a:t> 50 Point </a:t>
              </a:r>
              <a:r>
                <a:rPr lang="fr-FR" sz="1400" b="1" dirty="0" err="1">
                  <a:solidFill>
                    <a:srgbClr val="002060"/>
                  </a:solidFill>
                  <a:highlight>
                    <a:srgbClr val="FFFFFF"/>
                  </a:highlight>
                </a:rPr>
                <a:t>Decrement</a:t>
              </a:r>
              <a:r>
                <a:rPr lang="fr-FR" sz="1400" b="1" dirty="0">
                  <a:solidFill>
                    <a:srgbClr val="002060"/>
                  </a:solidFill>
                  <a:highlight>
                    <a:srgbClr val="FFFFFF"/>
                  </a:highlight>
                </a:rPr>
                <a:t> (EUR) </a:t>
              </a:r>
            </a:p>
          </p:txBody>
        </p:sp>
        <p:cxnSp>
          <p:nvCxnSpPr>
            <p:cNvPr id="18" name="Straight Connector 9">
              <a:extLst>
                <a:ext uri="{FF2B5EF4-FFF2-40B4-BE49-F238E27FC236}">
                  <a16:creationId xmlns:a16="http://schemas.microsoft.com/office/drawing/2014/main" id="{71C562BF-EBB1-E8C7-79A5-7F5A992C2F74}"/>
                </a:ext>
              </a:extLst>
            </p:cNvPr>
            <p:cNvCxnSpPr>
              <a:cxnSpLocks/>
            </p:cNvCxnSpPr>
            <p:nvPr/>
          </p:nvCxnSpPr>
          <p:spPr>
            <a:xfrm flipV="1">
              <a:off x="5029201" y="1122979"/>
              <a:ext cx="2020736" cy="10412"/>
            </a:xfrm>
            <a:prstGeom prst="line">
              <a:avLst/>
            </a:prstGeom>
          </p:spPr>
          <p:style>
            <a:lnRef idx="1">
              <a:schemeClr val="dk1"/>
            </a:lnRef>
            <a:fillRef idx="0">
              <a:schemeClr val="dk1"/>
            </a:fillRef>
            <a:effectRef idx="0">
              <a:schemeClr val="dk1"/>
            </a:effectRef>
            <a:fontRef idx="minor">
              <a:schemeClr val="tx1"/>
            </a:fontRef>
          </p:style>
        </p:cxnSp>
      </p:grpSp>
      <p:sp>
        <p:nvSpPr>
          <p:cNvPr id="22" name="ZoneTexte 21">
            <a:extLst>
              <a:ext uri="{FF2B5EF4-FFF2-40B4-BE49-F238E27FC236}">
                <a16:creationId xmlns:a16="http://schemas.microsoft.com/office/drawing/2014/main" id="{473CC555-85C5-5ABA-A8C0-E62D63F87B5E}"/>
              </a:ext>
            </a:extLst>
          </p:cNvPr>
          <p:cNvSpPr txBox="1"/>
          <p:nvPr/>
        </p:nvSpPr>
        <p:spPr>
          <a:xfrm>
            <a:off x="211546" y="1128711"/>
            <a:ext cx="4443552" cy="1242391"/>
          </a:xfrm>
          <a:prstGeom prst="rect">
            <a:avLst/>
          </a:prstGeom>
          <a:noFill/>
        </p:spPr>
        <p:txBody>
          <a:bodyPr wrap="square">
            <a:spAutoFit/>
          </a:bodyPr>
          <a:lstStyle/>
          <a:p>
            <a:pPr algn="just" defTabSz="457171">
              <a:lnSpc>
                <a:spcPct val="114000"/>
              </a:lnSpc>
              <a:defRPr/>
            </a:pPr>
            <a:r>
              <a:rPr lang="fr-FR" sz="950" dirty="0">
                <a:highlight>
                  <a:srgbClr val="FFFFFF"/>
                </a:highlight>
              </a:rPr>
              <a:t>L’Indice Euronext N </a:t>
            </a:r>
            <a:r>
              <a:rPr lang="fr-FR" sz="950" dirty="0" err="1">
                <a:highlight>
                  <a:srgbClr val="FFFFFF"/>
                </a:highlight>
              </a:rPr>
              <a:t>Transatlantic</a:t>
            </a:r>
            <a:r>
              <a:rPr lang="fr-FR" sz="950" dirty="0">
                <a:highlight>
                  <a:srgbClr val="FFFFFF"/>
                </a:highlight>
              </a:rPr>
              <a:t> 30 Strategic </a:t>
            </a:r>
            <a:r>
              <a:rPr lang="fr-FR" sz="950" dirty="0" err="1">
                <a:highlight>
                  <a:srgbClr val="FFFFFF"/>
                </a:highlight>
              </a:rPr>
              <a:t>Sectors</a:t>
            </a:r>
            <a:r>
              <a:rPr lang="fr-FR" sz="950" dirty="0">
                <a:highlight>
                  <a:srgbClr val="FFFFFF"/>
                </a:highlight>
              </a:rPr>
              <a:t> 50 Points </a:t>
            </a:r>
            <a:r>
              <a:rPr lang="fr-FR" sz="950" dirty="0" err="1">
                <a:highlight>
                  <a:srgbClr val="FFFFFF"/>
                </a:highlight>
              </a:rPr>
              <a:t>Decrement</a:t>
            </a:r>
            <a:r>
              <a:rPr lang="fr-FR" sz="950" dirty="0">
                <a:highlight>
                  <a:srgbClr val="FFFFFF"/>
                </a:highlight>
              </a:rPr>
              <a:t> est un indice composé de 30 capitalisations européennes américaines appartenant à divers secteurs. Ces 30 valeurs sont équipondérées (ce qui donne une répartition de 63% pour la Zone Euro et 36% pour les Etats Unis). Les dividendes bruts sont réinvestis, mais un décrément constant de 50 points par an est appliqué, ce qui réduit la performance de l’indice. La composition est fixe et l’indice est repondéré trimestriellement.</a:t>
            </a:r>
            <a:endParaRPr lang="fr-FR" sz="950" dirty="0">
              <a:solidFill>
                <a:prstClr val="black"/>
              </a:solidFill>
              <a:highlight>
                <a:srgbClr val="FFFFFF"/>
              </a:highlight>
              <a:latin typeface="+mj-lt"/>
              <a:cs typeface="Calibri" panose="020F0502020204030204" pitchFamily="34" charset="0"/>
            </a:endParaRPr>
          </a:p>
        </p:txBody>
      </p:sp>
      <p:sp>
        <p:nvSpPr>
          <p:cNvPr id="26" name="ZoneTexte 25">
            <a:extLst>
              <a:ext uri="{FF2B5EF4-FFF2-40B4-BE49-F238E27FC236}">
                <a16:creationId xmlns:a16="http://schemas.microsoft.com/office/drawing/2014/main" id="{5DEF46A4-8ED0-F04C-9771-FAB51A8571BC}"/>
              </a:ext>
            </a:extLst>
          </p:cNvPr>
          <p:cNvSpPr txBox="1"/>
          <p:nvPr/>
        </p:nvSpPr>
        <p:spPr>
          <a:xfrm>
            <a:off x="0" y="6503376"/>
            <a:ext cx="9906000" cy="342530"/>
          </a:xfrm>
          <a:prstGeom prst="rect">
            <a:avLst/>
          </a:prstGeom>
          <a:noFill/>
        </p:spPr>
        <p:txBody>
          <a:bodyPr wrap="square" rtlCol="0">
            <a:spAutoFit/>
          </a:bodyPr>
          <a:lstStyle/>
          <a:p>
            <a:pPr algn="r" defTabSz="371451">
              <a:defRPr/>
            </a:pPr>
            <a:r>
              <a:rPr lang="fr-FR" sz="813" i="1" dirty="0">
                <a:solidFill>
                  <a:prstClr val="black">
                    <a:lumMod val="85000"/>
                    <a:lumOff val="15000"/>
                  </a:prstClr>
                </a:solidFill>
                <a:latin typeface="+mj-lt"/>
                <a:cs typeface="Calibri" panose="020F0502020204030204" pitchFamily="34" charset="0"/>
              </a:rPr>
              <a:t>Source: Bloomberg, Septembre 2026</a:t>
            </a:r>
          </a:p>
          <a:p>
            <a:pPr algn="r" defTabSz="371451">
              <a:defRPr/>
            </a:pPr>
            <a:r>
              <a:rPr lang="fr-FR" sz="813" i="1" dirty="0">
                <a:solidFill>
                  <a:prstClr val="black">
                    <a:lumMod val="85000"/>
                    <a:lumOff val="15000"/>
                  </a:prstClr>
                </a:solidFill>
                <a:latin typeface="+mj-lt"/>
                <a:cs typeface="Calibri" panose="020F0502020204030204" pitchFamily="34" charset="0"/>
              </a:rPr>
              <a:t>Les performances passées sont fournies à titre indicatif et ne présagent en rien des performances futures,</a:t>
            </a:r>
          </a:p>
        </p:txBody>
      </p:sp>
      <p:graphicFrame>
        <p:nvGraphicFramePr>
          <p:cNvPr id="8" name="Tableau 7">
            <a:extLst>
              <a:ext uri="{FF2B5EF4-FFF2-40B4-BE49-F238E27FC236}">
                <a16:creationId xmlns:a16="http://schemas.microsoft.com/office/drawing/2014/main" id="{8978409A-81DA-C411-2CF6-FDD2D2C34B02}"/>
              </a:ext>
            </a:extLst>
          </p:cNvPr>
          <p:cNvGraphicFramePr>
            <a:graphicFrameLocks noGrp="1"/>
          </p:cNvGraphicFramePr>
          <p:nvPr>
            <p:extLst>
              <p:ext uri="{D42A27DB-BD31-4B8C-83A1-F6EECF244321}">
                <p14:modId xmlns:p14="http://schemas.microsoft.com/office/powerpoint/2010/main" val="4118883601"/>
              </p:ext>
            </p:extLst>
          </p:nvPr>
        </p:nvGraphicFramePr>
        <p:xfrm>
          <a:off x="290725" y="2460554"/>
          <a:ext cx="4364373" cy="1029686"/>
        </p:xfrm>
        <a:graphic>
          <a:graphicData uri="http://schemas.openxmlformats.org/drawingml/2006/table">
            <a:tbl>
              <a:tblPr firstRow="1" bandRow="1">
                <a:tableStyleId>{5C22544A-7EE6-4342-B048-85BDC9FD1C3A}</a:tableStyleId>
              </a:tblPr>
              <a:tblGrid>
                <a:gridCol w="2815792">
                  <a:extLst>
                    <a:ext uri="{9D8B030D-6E8A-4147-A177-3AD203B41FA5}">
                      <a16:colId xmlns:a16="http://schemas.microsoft.com/office/drawing/2014/main" val="1246909114"/>
                    </a:ext>
                  </a:extLst>
                </a:gridCol>
                <a:gridCol w="1548581">
                  <a:extLst>
                    <a:ext uri="{9D8B030D-6E8A-4147-A177-3AD203B41FA5}">
                      <a16:colId xmlns:a16="http://schemas.microsoft.com/office/drawing/2014/main" val="3166088131"/>
                    </a:ext>
                  </a:extLst>
                </a:gridCol>
              </a:tblGrid>
              <a:tr h="326808">
                <a:tc>
                  <a:txBody>
                    <a:bodyPr/>
                    <a:lstStyle/>
                    <a:p>
                      <a:pPr algn="ctr"/>
                      <a:r>
                        <a:rPr lang="fr-FR" sz="900" dirty="0">
                          <a:latin typeface="+mj-lt"/>
                          <a:ea typeface="Calibri" panose="020F0502020204030204" pitchFamily="34" charset="0"/>
                          <a:cs typeface="Calibri" panose="020F0502020204030204" pitchFamily="34" charset="0"/>
                        </a:rPr>
                        <a:t>Niveau de l’indice au 25/09/2026</a:t>
                      </a:r>
                    </a:p>
                  </a:txBody>
                  <a:tcPr marL="74295" marR="74295" marT="37148" marB="37148" anchor="ctr">
                    <a:lnB w="12700" cap="flat" cmpd="sng" algn="ctr">
                      <a:solidFill>
                        <a:schemeClr val="bg1"/>
                      </a:solidFill>
                      <a:prstDash val="solid"/>
                      <a:round/>
                      <a:headEnd type="none" w="med" len="med"/>
                      <a:tailEnd type="none" w="med" len="med"/>
                    </a:lnB>
                    <a:solidFill>
                      <a:srgbClr val="143F6A"/>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900" b="1" dirty="0">
                          <a:solidFill>
                            <a:schemeClr val="tx1"/>
                          </a:solidFill>
                          <a:latin typeface="+mj-lt"/>
                          <a:ea typeface="Calibri" panose="020F0502020204030204" pitchFamily="34" charset="0"/>
                          <a:cs typeface="Calibri" panose="020F0502020204030204" pitchFamily="34" charset="0"/>
                        </a:rPr>
                        <a:t>862,15 pts</a:t>
                      </a:r>
                    </a:p>
                  </a:txBody>
                  <a:tcPr marL="7739" marR="7739" marT="7739" marB="0" anchor="ctr">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84886035"/>
                  </a:ext>
                </a:extLst>
              </a:tr>
              <a:tr h="336420">
                <a:tc>
                  <a:txBody>
                    <a:bodyPr/>
                    <a:lstStyle/>
                    <a:p>
                      <a:pPr algn="ctr"/>
                      <a:r>
                        <a:rPr lang="fr-FR" sz="900" b="1" dirty="0">
                          <a:solidFill>
                            <a:schemeClr val="bg1"/>
                          </a:solidFill>
                          <a:latin typeface="+mj-lt"/>
                          <a:ea typeface="Calibri" panose="020F0502020204030204" pitchFamily="34" charset="0"/>
                          <a:cs typeface="Calibri" panose="020F0502020204030204" pitchFamily="34" charset="0"/>
                        </a:rPr>
                        <a:t>Taux de décrément au 25/09</a:t>
                      </a:r>
                      <a:r>
                        <a:rPr lang="fr-FR" sz="900" b="1" kern="1200" dirty="0">
                          <a:solidFill>
                            <a:schemeClr val="bg1"/>
                          </a:solidFill>
                          <a:latin typeface="+mn-lt"/>
                          <a:ea typeface="Calibri" panose="020F0502020204030204" pitchFamily="34" charset="0"/>
                          <a:cs typeface="Calibri" panose="020F0502020204030204" pitchFamily="34" charset="0"/>
                        </a:rPr>
                        <a:t>/2026</a:t>
                      </a:r>
                      <a:endParaRPr lang="fr-FR" sz="900" b="1" dirty="0">
                        <a:solidFill>
                          <a:schemeClr val="bg1"/>
                        </a:solidFill>
                        <a:latin typeface="+mj-lt"/>
                        <a:ea typeface="Calibri" panose="020F0502020204030204" pitchFamily="34" charset="0"/>
                        <a:cs typeface="Calibri" panose="020F0502020204030204" pitchFamily="34" charset="0"/>
                      </a:endParaRPr>
                    </a:p>
                  </a:txBody>
                  <a:tcPr marL="74295" marR="74295" marT="37148" marB="37148" anchor="ct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143F6A"/>
                    </a:solidFill>
                  </a:tcPr>
                </a:tc>
                <a:tc>
                  <a:txBody>
                    <a:bodyPr/>
                    <a:lstStyle/>
                    <a:p>
                      <a:pPr algn="ctr" fontAlgn="ctr"/>
                      <a:r>
                        <a:rPr lang="fr-FR" sz="900" b="1" kern="1200" dirty="0">
                          <a:solidFill>
                            <a:schemeClr val="tx1"/>
                          </a:solidFill>
                          <a:latin typeface="+mj-lt"/>
                          <a:ea typeface="Calibri" panose="020F0502020204030204" pitchFamily="34" charset="0"/>
                          <a:cs typeface="Calibri" panose="020F0502020204030204" pitchFamily="34" charset="0"/>
                        </a:rPr>
                        <a:t>5,80%</a:t>
                      </a:r>
                    </a:p>
                  </a:txBody>
                  <a:tcPr marL="7739" marR="7739" marT="7739" marB="0" anchor="ct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03751998"/>
                  </a:ext>
                </a:extLst>
              </a:tr>
              <a:tr h="366458">
                <a:tc>
                  <a:txBody>
                    <a:bodyPr/>
                    <a:lstStyle/>
                    <a:p>
                      <a:pPr algn="ctr"/>
                      <a:r>
                        <a:rPr lang="fr-FR" sz="900" b="1" dirty="0">
                          <a:solidFill>
                            <a:schemeClr val="bg1"/>
                          </a:solidFill>
                          <a:latin typeface="+mj-lt"/>
                          <a:ea typeface="Calibri" panose="020F0502020204030204" pitchFamily="34" charset="0"/>
                          <a:cs typeface="Calibri" panose="020F0502020204030204" pitchFamily="34" charset="0"/>
                        </a:rPr>
                        <a:t>Taux de dividende 2025 avec effet de réinvestissement</a:t>
                      </a:r>
                    </a:p>
                  </a:txBody>
                  <a:tcPr marL="74295" marR="74295" marT="37148" marB="37148" anchor="ctr">
                    <a:lnT w="38100" cap="flat" cmpd="sng" algn="ctr">
                      <a:solidFill>
                        <a:schemeClr val="bg1"/>
                      </a:solidFill>
                      <a:prstDash val="solid"/>
                      <a:round/>
                      <a:headEnd type="none" w="med" len="med"/>
                      <a:tailEnd type="none" w="med" len="med"/>
                    </a:lnT>
                    <a:solidFill>
                      <a:srgbClr val="143F6A"/>
                    </a:solidFill>
                  </a:tcPr>
                </a:tc>
                <a:tc>
                  <a:txBody>
                    <a:bodyPr/>
                    <a:lstStyle/>
                    <a:p>
                      <a:pPr algn="ctr" fontAlgn="ctr"/>
                      <a:r>
                        <a:rPr lang="fr-FR" sz="900" b="1" kern="1200" dirty="0">
                          <a:solidFill>
                            <a:schemeClr val="tx1"/>
                          </a:solidFill>
                          <a:latin typeface="+mj-lt"/>
                          <a:ea typeface="Calibri" panose="020F0502020204030204" pitchFamily="34" charset="0"/>
                          <a:cs typeface="Calibri" panose="020F0502020204030204" pitchFamily="34" charset="0"/>
                        </a:rPr>
                        <a:t>6,25%</a:t>
                      </a:r>
                    </a:p>
                  </a:txBody>
                  <a:tcPr marL="7739" marR="7739" marT="7739" marB="0" anchor="ctr">
                    <a:lnT w="38100" cap="flat" cmpd="sng" algn="ctr">
                      <a:solidFill>
                        <a:schemeClr val="bg1"/>
                      </a:solidFill>
                      <a:prstDash val="solid"/>
                      <a:round/>
                      <a:headEnd type="none" w="med" len="med"/>
                      <a:tailEnd type="none" w="med" len="med"/>
                    </a:lnT>
                    <a:solidFill>
                      <a:schemeClr val="accent1">
                        <a:lumMod val="20000"/>
                        <a:lumOff val="80000"/>
                      </a:schemeClr>
                    </a:solidFill>
                  </a:tcPr>
                </a:tc>
                <a:extLst>
                  <a:ext uri="{0D108BD9-81ED-4DB2-BD59-A6C34878D82A}">
                    <a16:rowId xmlns:a16="http://schemas.microsoft.com/office/drawing/2014/main" val="1440641847"/>
                  </a:ext>
                </a:extLst>
              </a:tr>
            </a:tbl>
          </a:graphicData>
        </a:graphic>
      </p:graphicFrame>
      <p:graphicFrame>
        <p:nvGraphicFramePr>
          <p:cNvPr id="4" name="Graphique 3">
            <a:extLst>
              <a:ext uri="{FF2B5EF4-FFF2-40B4-BE49-F238E27FC236}">
                <a16:creationId xmlns:a16="http://schemas.microsoft.com/office/drawing/2014/main" id="{E05C9BEF-4B40-C4DC-9C08-1D3FBBF8D708}"/>
              </a:ext>
            </a:extLst>
          </p:cNvPr>
          <p:cNvGraphicFramePr>
            <a:graphicFrameLocks/>
          </p:cNvGraphicFramePr>
          <p:nvPr>
            <p:extLst>
              <p:ext uri="{D42A27DB-BD31-4B8C-83A1-F6EECF244321}">
                <p14:modId xmlns:p14="http://schemas.microsoft.com/office/powerpoint/2010/main" val="2787405960"/>
              </p:ext>
            </p:extLst>
          </p:nvPr>
        </p:nvGraphicFramePr>
        <p:xfrm>
          <a:off x="4844134" y="1248904"/>
          <a:ext cx="4908822" cy="2668877"/>
        </p:xfrm>
        <a:graphic>
          <a:graphicData uri="http://schemas.openxmlformats.org/drawingml/2006/chart">
            <c:chart xmlns:c="http://schemas.openxmlformats.org/drawingml/2006/chart" xmlns:r="http://schemas.openxmlformats.org/officeDocument/2006/relationships" r:id="rId3"/>
          </a:graphicData>
        </a:graphic>
      </p:graphicFrame>
      <p:sp>
        <p:nvSpPr>
          <p:cNvPr id="6" name="ZoneTexte 5">
            <a:extLst>
              <a:ext uri="{FF2B5EF4-FFF2-40B4-BE49-F238E27FC236}">
                <a16:creationId xmlns:a16="http://schemas.microsoft.com/office/drawing/2014/main" id="{FB93C605-8B48-8CF9-C973-DBFF7AF8D62C}"/>
              </a:ext>
            </a:extLst>
          </p:cNvPr>
          <p:cNvSpPr txBox="1"/>
          <p:nvPr/>
        </p:nvSpPr>
        <p:spPr>
          <a:xfrm>
            <a:off x="4687933" y="959851"/>
            <a:ext cx="5221224" cy="304313"/>
          </a:xfrm>
          <a:prstGeom prst="rect">
            <a:avLst/>
          </a:prstGeom>
          <a:noFill/>
        </p:spPr>
        <p:txBody>
          <a:bodyPr wrap="square" rtlCol="0">
            <a:noAutofit/>
          </a:bodyPr>
          <a:lstStyle/>
          <a:p>
            <a:pPr algn="ctr"/>
            <a:r>
              <a:rPr lang="fr-FR" sz="1400" b="1" dirty="0"/>
              <a:t>Evolution historique de la performance de l’indice </a:t>
            </a:r>
          </a:p>
        </p:txBody>
      </p:sp>
      <p:graphicFrame>
        <p:nvGraphicFramePr>
          <p:cNvPr id="9" name="Tableau 8">
            <a:extLst>
              <a:ext uri="{FF2B5EF4-FFF2-40B4-BE49-F238E27FC236}">
                <a16:creationId xmlns:a16="http://schemas.microsoft.com/office/drawing/2014/main" id="{DB6F7C6F-12A0-08F0-C56A-00A874419B02}"/>
              </a:ext>
            </a:extLst>
          </p:cNvPr>
          <p:cNvGraphicFramePr>
            <a:graphicFrameLocks noGrp="1"/>
          </p:cNvGraphicFramePr>
          <p:nvPr>
            <p:extLst>
              <p:ext uri="{D42A27DB-BD31-4B8C-83A1-F6EECF244321}">
                <p14:modId xmlns:p14="http://schemas.microsoft.com/office/powerpoint/2010/main" val="2784094981"/>
              </p:ext>
            </p:extLst>
          </p:nvPr>
        </p:nvGraphicFramePr>
        <p:xfrm>
          <a:off x="211546" y="4070572"/>
          <a:ext cx="4364373" cy="1029686"/>
        </p:xfrm>
        <a:graphic>
          <a:graphicData uri="http://schemas.openxmlformats.org/drawingml/2006/table">
            <a:tbl>
              <a:tblPr firstRow="1" bandRow="1">
                <a:tableStyleId>{F5AB1C69-6EDB-4FF4-983F-18BD219EF322}</a:tableStyleId>
              </a:tblPr>
              <a:tblGrid>
                <a:gridCol w="1557898">
                  <a:extLst>
                    <a:ext uri="{9D8B030D-6E8A-4147-A177-3AD203B41FA5}">
                      <a16:colId xmlns:a16="http://schemas.microsoft.com/office/drawing/2014/main" val="3614358880"/>
                    </a:ext>
                  </a:extLst>
                </a:gridCol>
                <a:gridCol w="1676989">
                  <a:extLst>
                    <a:ext uri="{9D8B030D-6E8A-4147-A177-3AD203B41FA5}">
                      <a16:colId xmlns:a16="http://schemas.microsoft.com/office/drawing/2014/main" val="3682470988"/>
                    </a:ext>
                  </a:extLst>
                </a:gridCol>
                <a:gridCol w="1129486">
                  <a:extLst>
                    <a:ext uri="{9D8B030D-6E8A-4147-A177-3AD203B41FA5}">
                      <a16:colId xmlns:a16="http://schemas.microsoft.com/office/drawing/2014/main" val="1944599668"/>
                    </a:ext>
                  </a:extLst>
                </a:gridCol>
              </a:tblGrid>
              <a:tr h="348649">
                <a:tc gridSpan="3">
                  <a:txBody>
                    <a:bodyPr/>
                    <a:lstStyle/>
                    <a:p>
                      <a:pPr algn="ctr" fontAlgn="ctr">
                        <a:buNone/>
                      </a:pPr>
                      <a:r>
                        <a:rPr lang="fr-FR" sz="800" b="1" i="0" u="none" strike="noStrike" kern="1200" dirty="0">
                          <a:solidFill>
                            <a:schemeClr val="bg1"/>
                          </a:solidFill>
                          <a:effectLst/>
                          <a:latin typeface="+mj-lt"/>
                          <a:ea typeface="+mn-ea"/>
                          <a:cs typeface="+mn-cs"/>
                        </a:rPr>
                        <a:t>Score NEXO</a:t>
                      </a:r>
                      <a:r>
                        <a:rPr lang="fr-FR" sz="800" b="1" i="0" u="none" strike="noStrike" kern="1200" baseline="30000" dirty="0">
                          <a:solidFill>
                            <a:schemeClr val="bg1"/>
                          </a:solidFill>
                          <a:effectLst/>
                          <a:latin typeface="+mj-lt"/>
                          <a:ea typeface="+mn-ea"/>
                          <a:cs typeface="+mn-cs"/>
                        </a:rPr>
                        <a:t>TM</a:t>
                      </a:r>
                    </a:p>
                  </a:txBody>
                  <a:tcPr marL="9525" marR="9525" marT="9525" marB="0" anchor="ctr">
                    <a:solidFill>
                      <a:srgbClr val="143F6A"/>
                    </a:solidFill>
                  </a:tcPr>
                </a:tc>
                <a:tc hMerge="1">
                  <a:txBody>
                    <a:bodyPr/>
                    <a:lstStyle/>
                    <a:p>
                      <a:pPr algn="ctr" fontAlgn="ctr">
                        <a:buNone/>
                      </a:pPr>
                      <a:endParaRPr lang="fr-FR" sz="800" b="1" i="0" u="none" strike="noStrike" kern="1200" dirty="0">
                        <a:solidFill>
                          <a:schemeClr val="bg1"/>
                        </a:solidFill>
                        <a:effectLst/>
                        <a:latin typeface="+mj-lt"/>
                        <a:ea typeface="+mn-ea"/>
                        <a:cs typeface="+mn-cs"/>
                      </a:endParaRPr>
                    </a:p>
                  </a:txBody>
                  <a:tcPr marL="9525" marR="9525" marT="9525" marB="0" anchor="ctr">
                    <a:solidFill>
                      <a:srgbClr val="143F6A"/>
                    </a:solidFill>
                  </a:tcPr>
                </a:tc>
                <a:tc hMerge="1">
                  <a:txBody>
                    <a:bodyPr/>
                    <a:lstStyle/>
                    <a:p>
                      <a:pPr algn="ctr" fontAlgn="ctr">
                        <a:buNone/>
                      </a:pPr>
                      <a:endParaRPr lang="fr-FR" sz="800" b="1" i="0" u="none" strike="noStrike" kern="1200" dirty="0">
                        <a:solidFill>
                          <a:schemeClr val="bg1"/>
                        </a:solidFill>
                        <a:effectLst/>
                        <a:latin typeface="+mj-lt"/>
                        <a:ea typeface="+mn-ea"/>
                        <a:cs typeface="+mn-cs"/>
                      </a:endParaRPr>
                    </a:p>
                  </a:txBody>
                  <a:tcPr marL="9525" marR="9525" marT="9525" marB="0" anchor="ctr">
                    <a:solidFill>
                      <a:srgbClr val="143F6A"/>
                    </a:solidFill>
                  </a:tcPr>
                </a:tc>
                <a:extLst>
                  <a:ext uri="{0D108BD9-81ED-4DB2-BD59-A6C34878D82A}">
                    <a16:rowId xmlns:a16="http://schemas.microsoft.com/office/drawing/2014/main" val="2466760600"/>
                  </a:ext>
                </a:extLst>
              </a:tr>
              <a:tr h="385742">
                <a:tc>
                  <a:txBody>
                    <a:bodyPr/>
                    <a:lstStyle/>
                    <a:p>
                      <a:pPr algn="ctr" fontAlgn="ctr">
                        <a:buNone/>
                      </a:pPr>
                      <a:r>
                        <a:rPr lang="fr-FR" sz="800" b="1" i="0" u="none" strike="noStrike" kern="1200" dirty="0">
                          <a:solidFill>
                            <a:schemeClr val="bg1"/>
                          </a:solidFill>
                          <a:effectLst/>
                          <a:latin typeface="+mj-lt"/>
                          <a:ea typeface="+mn-ea"/>
                          <a:cs typeface="+mn-cs"/>
                        </a:rPr>
                        <a:t>Volatilité</a:t>
                      </a:r>
                    </a:p>
                  </a:txBody>
                  <a:tcPr marL="9525" marR="9525" marT="9525" marB="0" anchor="ctr">
                    <a:solidFill>
                      <a:srgbClr val="143F6A"/>
                    </a:solidFill>
                  </a:tcPr>
                </a:tc>
                <a:tc>
                  <a:txBody>
                    <a:bodyPr/>
                    <a:lstStyle/>
                    <a:p>
                      <a:pPr algn="ctr" fontAlgn="ctr">
                        <a:buNone/>
                      </a:pPr>
                      <a:r>
                        <a:rPr lang="fr-FR" sz="800" b="1" i="0" u="none" strike="noStrike" kern="1200" dirty="0">
                          <a:solidFill>
                            <a:schemeClr val="bg1"/>
                          </a:solidFill>
                          <a:effectLst/>
                          <a:latin typeface="+mj-lt"/>
                          <a:ea typeface="+mn-ea"/>
                          <a:cs typeface="+mn-cs"/>
                        </a:rPr>
                        <a:t>Dividende</a:t>
                      </a:r>
                    </a:p>
                  </a:txBody>
                  <a:tcPr marL="9525" marR="9525" marT="9525" marB="0" anchor="ctr">
                    <a:solidFill>
                      <a:srgbClr val="143F6A"/>
                    </a:solidFill>
                  </a:tcPr>
                </a:tc>
                <a:tc>
                  <a:txBody>
                    <a:bodyPr/>
                    <a:lstStyle/>
                    <a:p>
                      <a:pPr algn="ctr" fontAlgn="ctr">
                        <a:buNone/>
                      </a:pPr>
                      <a:r>
                        <a:rPr lang="fr-FR" sz="800" b="1" i="0" u="none" strike="noStrike" kern="1200" dirty="0">
                          <a:solidFill>
                            <a:schemeClr val="bg1"/>
                          </a:solidFill>
                          <a:effectLst/>
                          <a:latin typeface="+mj-lt"/>
                          <a:ea typeface="+mn-ea"/>
                          <a:cs typeface="+mn-cs"/>
                        </a:rPr>
                        <a:t>Ecart</a:t>
                      </a:r>
                    </a:p>
                  </a:txBody>
                  <a:tcPr marL="9525" marR="9525" marT="9525" marB="0" anchor="ctr">
                    <a:solidFill>
                      <a:srgbClr val="143F6A"/>
                    </a:solidFill>
                  </a:tcPr>
                </a:tc>
                <a:extLst>
                  <a:ext uri="{0D108BD9-81ED-4DB2-BD59-A6C34878D82A}">
                    <a16:rowId xmlns:a16="http://schemas.microsoft.com/office/drawing/2014/main" val="2148081515"/>
                  </a:ext>
                </a:extLst>
              </a:tr>
              <a:tr h="295295">
                <a:tc>
                  <a:txBody>
                    <a:bodyPr/>
                    <a:lstStyle/>
                    <a:p>
                      <a:pPr algn="ctr" fontAlgn="ctr"/>
                      <a:r>
                        <a:rPr lang="fr-FR" sz="900" b="1" i="0" u="none" strike="noStrike" dirty="0">
                          <a:solidFill>
                            <a:srgbClr val="00B050"/>
                          </a:solidFill>
                          <a:effectLst/>
                          <a:latin typeface="+mj-lt"/>
                        </a:rPr>
                        <a:t>4,37/5</a:t>
                      </a:r>
                    </a:p>
                  </a:txBody>
                  <a:tcPr marL="6350" marR="6350" marT="6350" marB="0" anchor="ctr"/>
                </a:tc>
                <a:tc>
                  <a:txBody>
                    <a:bodyPr/>
                    <a:lstStyle/>
                    <a:p>
                      <a:pPr algn="ctr" fontAlgn="ctr">
                        <a:buNone/>
                      </a:pPr>
                      <a:r>
                        <a:rPr lang="fr-FR" sz="900" b="1" i="0" u="none" strike="noStrike" dirty="0">
                          <a:solidFill>
                            <a:srgbClr val="FFCC66"/>
                          </a:solidFill>
                          <a:effectLst/>
                          <a:latin typeface="+mj-lt"/>
                        </a:rPr>
                        <a:t>2,94/5</a:t>
                      </a:r>
                    </a:p>
                  </a:txBody>
                  <a:tcPr marL="9525" marR="9525" marT="9525" marB="0" anchor="ctr"/>
                </a:tc>
                <a:tc>
                  <a:txBody>
                    <a:bodyPr/>
                    <a:lstStyle/>
                    <a:p>
                      <a:pPr algn="ctr" fontAlgn="ctr">
                        <a:buNone/>
                      </a:pPr>
                      <a:r>
                        <a:rPr lang="fr-FR" sz="900" b="1" i="0" u="none" strike="noStrike" dirty="0">
                          <a:solidFill>
                            <a:srgbClr val="00B050"/>
                          </a:solidFill>
                          <a:effectLst/>
                          <a:latin typeface="+mj-lt"/>
                        </a:rPr>
                        <a:t>4,90/5</a:t>
                      </a:r>
                    </a:p>
                  </a:txBody>
                  <a:tcPr marL="9525" marR="9525" marT="9525" marB="0" anchor="ctr"/>
                </a:tc>
                <a:extLst>
                  <a:ext uri="{0D108BD9-81ED-4DB2-BD59-A6C34878D82A}">
                    <a16:rowId xmlns:a16="http://schemas.microsoft.com/office/drawing/2014/main" val="527851828"/>
                  </a:ext>
                </a:extLst>
              </a:tr>
            </a:tbl>
          </a:graphicData>
        </a:graphic>
      </p:graphicFrame>
      <p:sp>
        <p:nvSpPr>
          <p:cNvPr id="10" name="ZoneTexte 9">
            <a:extLst>
              <a:ext uri="{FF2B5EF4-FFF2-40B4-BE49-F238E27FC236}">
                <a16:creationId xmlns:a16="http://schemas.microsoft.com/office/drawing/2014/main" id="{FEE4E090-9E01-157C-661D-4C97746AC069}"/>
              </a:ext>
            </a:extLst>
          </p:cNvPr>
          <p:cNvSpPr txBox="1"/>
          <p:nvPr/>
        </p:nvSpPr>
        <p:spPr>
          <a:xfrm>
            <a:off x="50327" y="5181101"/>
            <a:ext cx="4686809" cy="620715"/>
          </a:xfrm>
          <a:prstGeom prst="rect">
            <a:avLst/>
          </a:prstGeom>
          <a:noFill/>
        </p:spPr>
        <p:txBody>
          <a:bodyPr wrap="square" rtlCol="0">
            <a:noAutofit/>
          </a:bodyPr>
          <a:lstStyle/>
          <a:p>
            <a:pPr algn="l"/>
            <a:r>
              <a:rPr lang="fr-FR" sz="1000" b="1" u="sng" dirty="0"/>
              <a:t>Légende : </a:t>
            </a:r>
          </a:p>
          <a:p>
            <a:pPr algn="l"/>
            <a:r>
              <a:rPr lang="fr-FR" sz="1000" b="1" dirty="0">
                <a:solidFill>
                  <a:srgbClr val="00B050"/>
                </a:solidFill>
              </a:rPr>
              <a:t>&gt;4 </a:t>
            </a:r>
            <a:r>
              <a:rPr lang="fr-FR" sz="1000" dirty="0"/>
              <a:t>: Risque très faible            </a:t>
            </a:r>
            <a:r>
              <a:rPr lang="fr-FR" sz="1000" b="1" dirty="0">
                <a:solidFill>
                  <a:srgbClr val="92D050"/>
                </a:solidFill>
              </a:rPr>
              <a:t>3-4</a:t>
            </a:r>
            <a:r>
              <a:rPr lang="fr-FR" sz="1000" dirty="0"/>
              <a:t> : Risque faible                  </a:t>
            </a:r>
            <a:r>
              <a:rPr lang="fr-FR" sz="1000" b="1" dirty="0">
                <a:solidFill>
                  <a:srgbClr val="FFCC66"/>
                </a:solidFill>
                <a:latin typeface="+mj-lt"/>
              </a:rPr>
              <a:t>2-3</a:t>
            </a:r>
            <a:r>
              <a:rPr lang="fr-FR" sz="1000" dirty="0"/>
              <a:t>: Risque modéré</a:t>
            </a:r>
          </a:p>
          <a:p>
            <a:pPr algn="l"/>
            <a:r>
              <a:rPr lang="fr-FR" sz="1000" b="1" dirty="0">
                <a:solidFill>
                  <a:srgbClr val="ED7D31"/>
                </a:solidFill>
              </a:rPr>
              <a:t>1-2</a:t>
            </a:r>
            <a:r>
              <a:rPr lang="fr-FR" sz="1000" dirty="0"/>
              <a:t>: Risque élevé                   </a:t>
            </a:r>
            <a:r>
              <a:rPr lang="fr-FR" sz="1000" b="1" dirty="0">
                <a:solidFill>
                  <a:srgbClr val="FF0000"/>
                </a:solidFill>
              </a:rPr>
              <a:t>0-1</a:t>
            </a:r>
            <a:r>
              <a:rPr lang="fr-FR" sz="1000" dirty="0"/>
              <a:t>: Risque très élevé</a:t>
            </a:r>
          </a:p>
        </p:txBody>
      </p:sp>
      <p:graphicFrame>
        <p:nvGraphicFramePr>
          <p:cNvPr id="5" name="Tableau 4">
            <a:extLst>
              <a:ext uri="{FF2B5EF4-FFF2-40B4-BE49-F238E27FC236}">
                <a16:creationId xmlns:a16="http://schemas.microsoft.com/office/drawing/2014/main" id="{0CEF5514-677F-FC2D-8B92-8FBB6EEBEAA4}"/>
              </a:ext>
            </a:extLst>
          </p:cNvPr>
          <p:cNvGraphicFramePr>
            <a:graphicFrameLocks noGrp="1"/>
          </p:cNvGraphicFramePr>
          <p:nvPr>
            <p:extLst>
              <p:ext uri="{D42A27DB-BD31-4B8C-83A1-F6EECF244321}">
                <p14:modId xmlns:p14="http://schemas.microsoft.com/office/powerpoint/2010/main" val="911439560"/>
              </p:ext>
            </p:extLst>
          </p:nvPr>
        </p:nvGraphicFramePr>
        <p:xfrm>
          <a:off x="4575918" y="3941151"/>
          <a:ext cx="5692794" cy="2226945"/>
        </p:xfrm>
        <a:graphic>
          <a:graphicData uri="http://schemas.openxmlformats.org/drawingml/2006/table">
            <a:tbl>
              <a:tblPr/>
              <a:tblGrid>
                <a:gridCol w="843378">
                  <a:extLst>
                    <a:ext uri="{9D8B030D-6E8A-4147-A177-3AD203B41FA5}">
                      <a16:colId xmlns:a16="http://schemas.microsoft.com/office/drawing/2014/main" val="3886077078"/>
                    </a:ext>
                  </a:extLst>
                </a:gridCol>
                <a:gridCol w="808236">
                  <a:extLst>
                    <a:ext uri="{9D8B030D-6E8A-4147-A177-3AD203B41FA5}">
                      <a16:colId xmlns:a16="http://schemas.microsoft.com/office/drawing/2014/main" val="4030424057"/>
                    </a:ext>
                  </a:extLst>
                </a:gridCol>
                <a:gridCol w="808236">
                  <a:extLst>
                    <a:ext uri="{9D8B030D-6E8A-4147-A177-3AD203B41FA5}">
                      <a16:colId xmlns:a16="http://schemas.microsoft.com/office/drawing/2014/main" val="4185994974"/>
                    </a:ext>
                  </a:extLst>
                </a:gridCol>
                <a:gridCol w="808236">
                  <a:extLst>
                    <a:ext uri="{9D8B030D-6E8A-4147-A177-3AD203B41FA5}">
                      <a16:colId xmlns:a16="http://schemas.microsoft.com/office/drawing/2014/main" val="3256702849"/>
                    </a:ext>
                  </a:extLst>
                </a:gridCol>
                <a:gridCol w="808236">
                  <a:extLst>
                    <a:ext uri="{9D8B030D-6E8A-4147-A177-3AD203B41FA5}">
                      <a16:colId xmlns:a16="http://schemas.microsoft.com/office/drawing/2014/main" val="1212544109"/>
                    </a:ext>
                  </a:extLst>
                </a:gridCol>
                <a:gridCol w="808236">
                  <a:extLst>
                    <a:ext uri="{9D8B030D-6E8A-4147-A177-3AD203B41FA5}">
                      <a16:colId xmlns:a16="http://schemas.microsoft.com/office/drawing/2014/main" val="4183756091"/>
                    </a:ext>
                  </a:extLst>
                </a:gridCol>
                <a:gridCol w="808236">
                  <a:extLst>
                    <a:ext uri="{9D8B030D-6E8A-4147-A177-3AD203B41FA5}">
                      <a16:colId xmlns:a16="http://schemas.microsoft.com/office/drawing/2014/main" val="1934889835"/>
                    </a:ext>
                  </a:extLst>
                </a:gridCol>
              </a:tblGrid>
              <a:tr h="143589">
                <a:tc rowSpan="2">
                  <a:txBody>
                    <a:bodyPr/>
                    <a:lstStyle/>
                    <a:p>
                      <a:pPr marL="0" marR="0" algn="ctr" rtl="0" fontAlgn="ctr">
                        <a:buNone/>
                      </a:pPr>
                      <a:r>
                        <a:rPr lang="fr-FR" sz="1100" b="1" i="0">
                          <a:solidFill>
                            <a:srgbClr val="000000"/>
                          </a:solidFill>
                          <a:effectLst/>
                          <a:latin typeface="Aptos" panose="020B0004020202020204" pitchFamily="34" charset="0"/>
                        </a:rPr>
                        <a:t> </a:t>
                      </a:r>
                      <a:endParaRPr lang="fr-FR" sz="1100" b="0" i="0">
                        <a:solidFill>
                          <a:srgbClr val="000000"/>
                        </a:solidFill>
                        <a:effectLst/>
                        <a:latin typeface="Aptos" panose="020B00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6A"/>
                    </a:solidFill>
                  </a:tcPr>
                </a:tc>
                <a:tc gridSpan="2">
                  <a:txBody>
                    <a:bodyPr/>
                    <a:lstStyle/>
                    <a:p>
                      <a:pPr marL="0" marR="0" algn="ctr" rtl="0" fontAlgn="ctr">
                        <a:buNone/>
                      </a:pPr>
                      <a:r>
                        <a:rPr lang="fr-FR" sz="1100" b="1" i="0" dirty="0">
                          <a:solidFill>
                            <a:srgbClr val="FFFFFF"/>
                          </a:solidFill>
                          <a:effectLst/>
                          <a:latin typeface="Aptos" panose="020B0004020202020204" pitchFamily="34" charset="0"/>
                        </a:rPr>
                        <a:t>10 ans</a:t>
                      </a:r>
                      <a:endParaRPr lang="fr-FR" sz="1100" b="0" i="0" dirty="0">
                        <a:solidFill>
                          <a:srgbClr val="FFFFFF"/>
                        </a:solidFill>
                        <a:effectLst/>
                        <a:latin typeface="Aptos" panose="020B00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6A"/>
                    </a:solidFill>
                  </a:tcPr>
                </a:tc>
                <a:tc hMerge="1">
                  <a:txBody>
                    <a:bodyPr/>
                    <a:lstStyle/>
                    <a:p>
                      <a:endParaRPr lang="fr-FR"/>
                    </a:p>
                  </a:txBody>
                  <a:tcPr/>
                </a:tc>
                <a:tc gridSpan="2">
                  <a:txBody>
                    <a:bodyPr/>
                    <a:lstStyle/>
                    <a:p>
                      <a:pPr marL="0" marR="0" algn="ctr" rtl="0" fontAlgn="ctr">
                        <a:buNone/>
                      </a:pPr>
                      <a:r>
                        <a:rPr lang="fr-FR" sz="1100" b="1" i="0">
                          <a:solidFill>
                            <a:srgbClr val="FFFFFF"/>
                          </a:solidFill>
                          <a:effectLst/>
                          <a:latin typeface="Aptos" panose="020B0004020202020204" pitchFamily="34" charset="0"/>
                        </a:rPr>
                        <a:t>5 ans</a:t>
                      </a:r>
                      <a:endParaRPr lang="fr-FR" sz="1100" b="0" i="0">
                        <a:solidFill>
                          <a:srgbClr val="FFFFFF"/>
                        </a:solidFill>
                        <a:effectLst/>
                        <a:latin typeface="Aptos" panose="020B00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6A"/>
                    </a:solidFill>
                  </a:tcPr>
                </a:tc>
                <a:tc hMerge="1">
                  <a:txBody>
                    <a:bodyPr/>
                    <a:lstStyle/>
                    <a:p>
                      <a:endParaRPr lang="fr-FR"/>
                    </a:p>
                  </a:txBody>
                  <a:tcPr/>
                </a:tc>
                <a:tc gridSpan="2">
                  <a:txBody>
                    <a:bodyPr/>
                    <a:lstStyle/>
                    <a:p>
                      <a:pPr marL="0" marR="0" algn="ctr" rtl="0" fontAlgn="ctr">
                        <a:buNone/>
                      </a:pPr>
                      <a:r>
                        <a:rPr lang="fr-FR" sz="1100" b="1" i="0">
                          <a:solidFill>
                            <a:srgbClr val="FFFFFF"/>
                          </a:solidFill>
                          <a:effectLst/>
                          <a:latin typeface="Aptos" panose="020B0004020202020204" pitchFamily="34" charset="0"/>
                        </a:rPr>
                        <a:t>1 an</a:t>
                      </a:r>
                      <a:endParaRPr lang="fr-FR" sz="1100" b="0" i="0">
                        <a:solidFill>
                          <a:srgbClr val="FFFFFF"/>
                        </a:solidFill>
                        <a:effectLst/>
                        <a:latin typeface="Aptos" panose="020B00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6A"/>
                    </a:solidFill>
                  </a:tcPr>
                </a:tc>
                <a:tc hMerge="1">
                  <a:txBody>
                    <a:bodyPr/>
                    <a:lstStyle/>
                    <a:p>
                      <a:endParaRPr lang="fr-FR"/>
                    </a:p>
                  </a:txBody>
                  <a:tcPr/>
                </a:tc>
                <a:extLst>
                  <a:ext uri="{0D108BD9-81ED-4DB2-BD59-A6C34878D82A}">
                    <a16:rowId xmlns:a16="http://schemas.microsoft.com/office/drawing/2014/main" val="4283565364"/>
                  </a:ext>
                </a:extLst>
              </a:tr>
              <a:tr h="422905">
                <a:tc vMerge="1">
                  <a:txBody>
                    <a:bodyPr/>
                    <a:lstStyle/>
                    <a:p>
                      <a:endParaRPr lang="fr-FR"/>
                    </a:p>
                  </a:txBody>
                  <a:tcPr/>
                </a:tc>
                <a:tc>
                  <a:txBody>
                    <a:bodyPr/>
                    <a:lstStyle/>
                    <a:p>
                      <a:pPr marL="0" marR="0" algn="ctr" rtl="0" fontAlgn="ctr">
                        <a:buNone/>
                      </a:pPr>
                      <a:r>
                        <a:rPr lang="fr-FR" sz="1100" b="1" i="0">
                          <a:solidFill>
                            <a:srgbClr val="FFFFFF"/>
                          </a:solidFill>
                          <a:effectLst/>
                          <a:latin typeface="Aptos" panose="020B0004020202020204" pitchFamily="34" charset="0"/>
                        </a:rPr>
                        <a:t>NEALEADG Index</a:t>
                      </a:r>
                      <a:endParaRPr lang="fr-FR" sz="1100" b="0" i="0">
                        <a:solidFill>
                          <a:srgbClr val="FFFFFF"/>
                        </a:solidFill>
                        <a:effectLst/>
                        <a:latin typeface="Aptos" panose="020B000402020202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6A"/>
                    </a:solidFill>
                  </a:tcPr>
                </a:tc>
                <a:tc>
                  <a:txBody>
                    <a:bodyPr/>
                    <a:lstStyle/>
                    <a:p>
                      <a:pPr marL="0" marR="0" algn="ctr" rtl="0" fontAlgn="ctr">
                        <a:buNone/>
                      </a:pPr>
                      <a:r>
                        <a:rPr lang="fr-FR" sz="1100" b="1" i="0">
                          <a:solidFill>
                            <a:srgbClr val="FFFFFF"/>
                          </a:solidFill>
                          <a:effectLst/>
                          <a:latin typeface="Aptos" panose="020B0004020202020204" pitchFamily="34" charset="0"/>
                        </a:rPr>
                        <a:t>1/2(SX5E Index + HSCEI Index)</a:t>
                      </a:r>
                      <a:endParaRPr lang="fr-FR" sz="1100" b="0" i="0">
                        <a:solidFill>
                          <a:srgbClr val="FFFFFF"/>
                        </a:solidFill>
                        <a:effectLst/>
                        <a:latin typeface="Aptos" panose="020B000402020202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6A"/>
                    </a:solidFill>
                  </a:tcPr>
                </a:tc>
                <a:tc>
                  <a:txBody>
                    <a:bodyPr/>
                    <a:lstStyle/>
                    <a:p>
                      <a:pPr marL="0" marR="0" algn="ctr" rtl="0" fontAlgn="ctr">
                        <a:buNone/>
                      </a:pPr>
                      <a:r>
                        <a:rPr lang="fr-FR" sz="1100" b="1" i="0">
                          <a:solidFill>
                            <a:srgbClr val="FFFFFF"/>
                          </a:solidFill>
                          <a:effectLst/>
                          <a:latin typeface="Aptos" panose="020B0004020202020204" pitchFamily="34" charset="0"/>
                        </a:rPr>
                        <a:t>NEALEADG Index</a:t>
                      </a:r>
                      <a:endParaRPr lang="fr-FR" sz="1100" b="0" i="0">
                        <a:solidFill>
                          <a:srgbClr val="FFFFFF"/>
                        </a:solidFill>
                        <a:effectLst/>
                        <a:latin typeface="Aptos" panose="020B000402020202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6A"/>
                    </a:solidFill>
                  </a:tcPr>
                </a:tc>
                <a:tc>
                  <a:txBody>
                    <a:bodyPr/>
                    <a:lstStyle/>
                    <a:p>
                      <a:pPr marL="0" marR="0" algn="ctr" rtl="0" fontAlgn="ctr">
                        <a:buNone/>
                      </a:pPr>
                      <a:r>
                        <a:rPr lang="fr-FR" sz="1100" b="1" i="0">
                          <a:solidFill>
                            <a:srgbClr val="FFFFFF"/>
                          </a:solidFill>
                          <a:effectLst/>
                          <a:latin typeface="Aptos" panose="020B0004020202020204" pitchFamily="34" charset="0"/>
                        </a:rPr>
                        <a:t>1/2(SX5E Index + HSCEI Index)</a:t>
                      </a:r>
                      <a:endParaRPr lang="fr-FR" sz="1100" b="0" i="0">
                        <a:solidFill>
                          <a:srgbClr val="FFFFFF"/>
                        </a:solidFill>
                        <a:effectLst/>
                        <a:latin typeface="Aptos" panose="020B000402020202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6A"/>
                    </a:solidFill>
                  </a:tcPr>
                </a:tc>
                <a:tc>
                  <a:txBody>
                    <a:bodyPr/>
                    <a:lstStyle/>
                    <a:p>
                      <a:pPr marL="0" marR="0" algn="ctr" rtl="0" fontAlgn="ctr">
                        <a:buNone/>
                      </a:pPr>
                      <a:r>
                        <a:rPr lang="fr-FR" sz="1100" b="1" i="0">
                          <a:solidFill>
                            <a:srgbClr val="FFFFFF"/>
                          </a:solidFill>
                          <a:effectLst/>
                          <a:latin typeface="Aptos" panose="020B0004020202020204" pitchFamily="34" charset="0"/>
                        </a:rPr>
                        <a:t>NEALEADG Index</a:t>
                      </a:r>
                      <a:endParaRPr lang="fr-FR" sz="1100" b="0" i="0">
                        <a:solidFill>
                          <a:srgbClr val="FFFFFF"/>
                        </a:solidFill>
                        <a:effectLst/>
                        <a:latin typeface="Aptos" panose="020B000402020202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6A"/>
                    </a:solidFill>
                  </a:tcPr>
                </a:tc>
                <a:tc>
                  <a:txBody>
                    <a:bodyPr/>
                    <a:lstStyle/>
                    <a:p>
                      <a:pPr marL="0" marR="0" algn="ctr" rtl="0" fontAlgn="ctr">
                        <a:buNone/>
                      </a:pPr>
                      <a:r>
                        <a:rPr lang="fr-FR" sz="1100" b="1" i="0">
                          <a:solidFill>
                            <a:srgbClr val="FFFFFF"/>
                          </a:solidFill>
                          <a:effectLst/>
                          <a:latin typeface="Aptos" panose="020B0004020202020204" pitchFamily="34" charset="0"/>
                        </a:rPr>
                        <a:t>1/2(SX5E Index + HSCEI Index)</a:t>
                      </a:r>
                      <a:endParaRPr lang="fr-FR" sz="1100" b="0" i="0">
                        <a:solidFill>
                          <a:srgbClr val="FFFFFF"/>
                        </a:solidFill>
                        <a:effectLst/>
                        <a:latin typeface="Aptos" panose="020B000402020202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6A"/>
                    </a:solidFill>
                  </a:tcPr>
                </a:tc>
                <a:extLst>
                  <a:ext uri="{0D108BD9-81ED-4DB2-BD59-A6C34878D82A}">
                    <a16:rowId xmlns:a16="http://schemas.microsoft.com/office/drawing/2014/main" val="1328665395"/>
                  </a:ext>
                </a:extLst>
              </a:tr>
              <a:tr h="281937">
                <a:tc>
                  <a:txBody>
                    <a:bodyPr/>
                    <a:lstStyle/>
                    <a:p>
                      <a:pPr marL="0" marR="0" algn="ctr" rtl="0" fontAlgn="ctr">
                        <a:buNone/>
                      </a:pPr>
                      <a:r>
                        <a:rPr lang="fr-FR" sz="1100" b="1" i="0">
                          <a:solidFill>
                            <a:srgbClr val="000000"/>
                          </a:solidFill>
                          <a:effectLst/>
                          <a:latin typeface="Aptos" panose="020B0004020202020204" pitchFamily="34" charset="0"/>
                        </a:rPr>
                        <a:t>Performance annualisée</a:t>
                      </a:r>
                      <a:endParaRPr lang="fr-FR" sz="1100" b="0" i="0">
                        <a:solidFill>
                          <a:srgbClr val="000000"/>
                        </a:solidFill>
                        <a:effectLst/>
                        <a:latin typeface="Aptos" panose="020B00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CF7"/>
                    </a:solidFill>
                  </a:tcPr>
                </a:tc>
                <a:tc>
                  <a:txBody>
                    <a:bodyPr/>
                    <a:lstStyle/>
                    <a:p>
                      <a:pPr marL="0" marR="0" algn="ctr" rtl="0" fontAlgn="ctr">
                        <a:buNone/>
                      </a:pPr>
                      <a:r>
                        <a:rPr lang="fr-FR" sz="1100" b="1" i="0">
                          <a:solidFill>
                            <a:srgbClr val="000000"/>
                          </a:solidFill>
                          <a:effectLst/>
                          <a:latin typeface="Aptos" panose="020B0004020202020204" pitchFamily="34" charset="0"/>
                        </a:rPr>
                        <a:t>6.10%</a:t>
                      </a:r>
                      <a:endParaRPr lang="fr-FR" sz="1100" b="0" i="0">
                        <a:solidFill>
                          <a:srgbClr val="000000"/>
                        </a:solidFill>
                        <a:effectLst/>
                        <a:latin typeface="Aptos" panose="020B00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CF7"/>
                    </a:solidFill>
                  </a:tcPr>
                </a:tc>
                <a:tc>
                  <a:txBody>
                    <a:bodyPr/>
                    <a:lstStyle/>
                    <a:p>
                      <a:pPr marL="0" marR="0" algn="ctr" rtl="0" fontAlgn="ctr">
                        <a:buNone/>
                      </a:pPr>
                      <a:r>
                        <a:rPr lang="fr-FR" sz="1100" b="1" i="0">
                          <a:solidFill>
                            <a:srgbClr val="000000"/>
                          </a:solidFill>
                          <a:effectLst/>
                          <a:latin typeface="Aptos" panose="020B0004020202020204" pitchFamily="34" charset="0"/>
                        </a:rPr>
                        <a:t>4.04%</a:t>
                      </a:r>
                      <a:endParaRPr lang="fr-FR" sz="1100" b="0" i="0">
                        <a:solidFill>
                          <a:srgbClr val="000000"/>
                        </a:solidFill>
                        <a:effectLst/>
                        <a:latin typeface="Aptos" panose="020B00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CF7"/>
                    </a:solidFill>
                  </a:tcPr>
                </a:tc>
                <a:tc>
                  <a:txBody>
                    <a:bodyPr/>
                    <a:lstStyle/>
                    <a:p>
                      <a:pPr marL="0" marR="0" algn="ctr" rtl="0" fontAlgn="ctr">
                        <a:buNone/>
                      </a:pPr>
                      <a:r>
                        <a:rPr lang="fr-FR" sz="1100" b="1" i="0">
                          <a:solidFill>
                            <a:srgbClr val="000000"/>
                          </a:solidFill>
                          <a:effectLst/>
                          <a:latin typeface="Aptos" panose="020B0004020202020204" pitchFamily="34" charset="0"/>
                        </a:rPr>
                        <a:t>14.27%</a:t>
                      </a:r>
                      <a:endParaRPr lang="fr-FR" sz="1100" b="0" i="0">
                        <a:solidFill>
                          <a:srgbClr val="000000"/>
                        </a:solidFill>
                        <a:effectLst/>
                        <a:latin typeface="Aptos" panose="020B00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CF7"/>
                    </a:solidFill>
                  </a:tcPr>
                </a:tc>
                <a:tc>
                  <a:txBody>
                    <a:bodyPr/>
                    <a:lstStyle/>
                    <a:p>
                      <a:pPr marL="0" marR="0" algn="ctr" rtl="0" fontAlgn="ctr">
                        <a:buNone/>
                      </a:pPr>
                      <a:r>
                        <a:rPr lang="fr-FR" sz="1100" b="1" i="0">
                          <a:solidFill>
                            <a:srgbClr val="000000"/>
                          </a:solidFill>
                          <a:effectLst/>
                          <a:latin typeface="Aptos" panose="020B0004020202020204" pitchFamily="34" charset="0"/>
                        </a:rPr>
                        <a:t>4.63%</a:t>
                      </a:r>
                      <a:endParaRPr lang="fr-FR" sz="1100" b="0" i="0">
                        <a:solidFill>
                          <a:srgbClr val="000000"/>
                        </a:solidFill>
                        <a:effectLst/>
                        <a:latin typeface="Aptos" panose="020B00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CF7"/>
                    </a:solidFill>
                  </a:tcPr>
                </a:tc>
                <a:tc>
                  <a:txBody>
                    <a:bodyPr/>
                    <a:lstStyle/>
                    <a:p>
                      <a:pPr marL="0" marR="0" algn="ctr" rtl="0" fontAlgn="ctr">
                        <a:buNone/>
                      </a:pPr>
                      <a:r>
                        <a:rPr lang="fr-FR" sz="1100" b="1" i="0">
                          <a:solidFill>
                            <a:srgbClr val="000000"/>
                          </a:solidFill>
                          <a:effectLst/>
                          <a:latin typeface="Aptos" panose="020B0004020202020204" pitchFamily="34" charset="0"/>
                        </a:rPr>
                        <a:t>39.96%</a:t>
                      </a:r>
                      <a:endParaRPr lang="fr-FR" sz="1100" b="0" i="0">
                        <a:solidFill>
                          <a:srgbClr val="000000"/>
                        </a:solidFill>
                        <a:effectLst/>
                        <a:latin typeface="Aptos" panose="020B00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CF7"/>
                    </a:solidFill>
                  </a:tcPr>
                </a:tc>
                <a:tc>
                  <a:txBody>
                    <a:bodyPr/>
                    <a:lstStyle/>
                    <a:p>
                      <a:pPr marL="0" marR="0" algn="ctr" rtl="0" fontAlgn="ctr">
                        <a:buNone/>
                      </a:pPr>
                      <a:r>
                        <a:rPr lang="fr-FR" sz="1100" b="1" i="0">
                          <a:solidFill>
                            <a:srgbClr val="000000"/>
                          </a:solidFill>
                          <a:effectLst/>
                          <a:latin typeface="Aptos" panose="020B0004020202020204" pitchFamily="34" charset="0"/>
                        </a:rPr>
                        <a:t>17.95%</a:t>
                      </a:r>
                      <a:endParaRPr lang="fr-FR" sz="1100" b="0" i="0">
                        <a:solidFill>
                          <a:srgbClr val="000000"/>
                        </a:solidFill>
                        <a:effectLst/>
                        <a:latin typeface="Aptos" panose="020B00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CF7"/>
                    </a:solidFill>
                  </a:tcPr>
                </a:tc>
                <a:extLst>
                  <a:ext uri="{0D108BD9-81ED-4DB2-BD59-A6C34878D82A}">
                    <a16:rowId xmlns:a16="http://schemas.microsoft.com/office/drawing/2014/main" val="3085687886"/>
                  </a:ext>
                </a:extLst>
              </a:tr>
              <a:tr h="281937">
                <a:tc>
                  <a:txBody>
                    <a:bodyPr/>
                    <a:lstStyle/>
                    <a:p>
                      <a:pPr marL="0" marR="0" algn="ctr" rtl="0" fontAlgn="ctr">
                        <a:buNone/>
                      </a:pPr>
                      <a:r>
                        <a:rPr lang="fr-FR" sz="1100" b="1" i="0">
                          <a:solidFill>
                            <a:srgbClr val="000000"/>
                          </a:solidFill>
                          <a:effectLst/>
                          <a:latin typeface="Aptos" panose="020B0004020202020204" pitchFamily="34" charset="0"/>
                        </a:rPr>
                        <a:t>Volatilité annualisée</a:t>
                      </a:r>
                      <a:endParaRPr lang="fr-FR" sz="1100" b="0" i="0">
                        <a:solidFill>
                          <a:srgbClr val="000000"/>
                        </a:solidFill>
                        <a:effectLst/>
                        <a:latin typeface="Aptos" panose="020B00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8EF"/>
                    </a:solidFill>
                  </a:tcPr>
                </a:tc>
                <a:tc>
                  <a:txBody>
                    <a:bodyPr/>
                    <a:lstStyle/>
                    <a:p>
                      <a:pPr marL="0" marR="0" algn="ctr" rtl="0" fontAlgn="ctr">
                        <a:buNone/>
                      </a:pPr>
                      <a:r>
                        <a:rPr lang="fr-FR" sz="1100" b="1" i="0">
                          <a:solidFill>
                            <a:srgbClr val="000000"/>
                          </a:solidFill>
                          <a:effectLst/>
                          <a:latin typeface="Aptos" panose="020B0004020202020204" pitchFamily="34" charset="0"/>
                        </a:rPr>
                        <a:t>18.92%</a:t>
                      </a:r>
                      <a:endParaRPr lang="fr-FR" sz="1100" b="0" i="0">
                        <a:solidFill>
                          <a:srgbClr val="000000"/>
                        </a:solidFill>
                        <a:effectLst/>
                        <a:latin typeface="Aptos" panose="020B00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8EF"/>
                    </a:solidFill>
                  </a:tcPr>
                </a:tc>
                <a:tc>
                  <a:txBody>
                    <a:bodyPr/>
                    <a:lstStyle/>
                    <a:p>
                      <a:pPr marL="0" marR="0" algn="ctr" rtl="0" fontAlgn="ctr">
                        <a:buNone/>
                      </a:pPr>
                      <a:r>
                        <a:rPr lang="fr-FR" sz="1100" b="1" i="0">
                          <a:solidFill>
                            <a:srgbClr val="000000"/>
                          </a:solidFill>
                          <a:effectLst/>
                          <a:latin typeface="Aptos" panose="020B0004020202020204" pitchFamily="34" charset="0"/>
                        </a:rPr>
                        <a:t>16.46%</a:t>
                      </a:r>
                      <a:endParaRPr lang="fr-FR" sz="1100" b="0" i="0">
                        <a:solidFill>
                          <a:srgbClr val="000000"/>
                        </a:solidFill>
                        <a:effectLst/>
                        <a:latin typeface="Aptos" panose="020B00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8EF"/>
                    </a:solidFill>
                  </a:tcPr>
                </a:tc>
                <a:tc>
                  <a:txBody>
                    <a:bodyPr/>
                    <a:lstStyle/>
                    <a:p>
                      <a:pPr marL="0" marR="0" algn="ctr" rtl="0" fontAlgn="ctr">
                        <a:buNone/>
                      </a:pPr>
                      <a:r>
                        <a:rPr lang="fr-FR" sz="1100" b="1" i="0">
                          <a:solidFill>
                            <a:srgbClr val="000000"/>
                          </a:solidFill>
                          <a:effectLst/>
                          <a:latin typeface="Aptos" panose="020B0004020202020204" pitchFamily="34" charset="0"/>
                        </a:rPr>
                        <a:t>18.97%</a:t>
                      </a:r>
                      <a:endParaRPr lang="fr-FR" sz="1100" b="0" i="0">
                        <a:solidFill>
                          <a:srgbClr val="000000"/>
                        </a:solidFill>
                        <a:effectLst/>
                        <a:latin typeface="Aptos" panose="020B00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8EF"/>
                    </a:solidFill>
                  </a:tcPr>
                </a:tc>
                <a:tc>
                  <a:txBody>
                    <a:bodyPr/>
                    <a:lstStyle/>
                    <a:p>
                      <a:pPr marL="0" marR="0" algn="ctr" rtl="0" fontAlgn="ctr">
                        <a:buNone/>
                      </a:pPr>
                      <a:r>
                        <a:rPr lang="fr-FR" sz="1100" b="1" i="0">
                          <a:solidFill>
                            <a:srgbClr val="000000"/>
                          </a:solidFill>
                          <a:effectLst/>
                          <a:latin typeface="Aptos" panose="020B0004020202020204" pitchFamily="34" charset="0"/>
                        </a:rPr>
                        <a:t>16.14%</a:t>
                      </a:r>
                      <a:endParaRPr lang="fr-FR" sz="1100" b="0" i="0">
                        <a:solidFill>
                          <a:srgbClr val="000000"/>
                        </a:solidFill>
                        <a:effectLst/>
                        <a:latin typeface="Aptos" panose="020B00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8EF"/>
                    </a:solidFill>
                  </a:tcPr>
                </a:tc>
                <a:tc>
                  <a:txBody>
                    <a:bodyPr/>
                    <a:lstStyle/>
                    <a:p>
                      <a:pPr marL="0" marR="0" algn="ctr" rtl="0" fontAlgn="ctr">
                        <a:buNone/>
                      </a:pPr>
                      <a:r>
                        <a:rPr lang="fr-FR" sz="1100" b="1" i="0">
                          <a:solidFill>
                            <a:srgbClr val="000000"/>
                          </a:solidFill>
                          <a:effectLst/>
                          <a:latin typeface="Aptos" panose="020B0004020202020204" pitchFamily="34" charset="0"/>
                        </a:rPr>
                        <a:t>21.76%</a:t>
                      </a:r>
                      <a:endParaRPr lang="fr-FR" sz="1100" b="0" i="0">
                        <a:solidFill>
                          <a:srgbClr val="000000"/>
                        </a:solidFill>
                        <a:effectLst/>
                        <a:latin typeface="Aptos" panose="020B00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8EF"/>
                    </a:solidFill>
                  </a:tcPr>
                </a:tc>
                <a:tc>
                  <a:txBody>
                    <a:bodyPr/>
                    <a:lstStyle/>
                    <a:p>
                      <a:pPr marL="0" marR="0" algn="ctr" rtl="0" fontAlgn="ctr">
                        <a:buNone/>
                      </a:pPr>
                      <a:r>
                        <a:rPr lang="fr-FR" sz="1100" b="1" i="0">
                          <a:solidFill>
                            <a:srgbClr val="000000"/>
                          </a:solidFill>
                          <a:effectLst/>
                          <a:latin typeface="Aptos" panose="020B0004020202020204" pitchFamily="34" charset="0"/>
                        </a:rPr>
                        <a:t>17.62%</a:t>
                      </a:r>
                      <a:endParaRPr lang="fr-FR" sz="1100" b="0" i="0">
                        <a:solidFill>
                          <a:srgbClr val="000000"/>
                        </a:solidFill>
                        <a:effectLst/>
                        <a:latin typeface="Aptos" panose="020B00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8EF"/>
                    </a:solidFill>
                  </a:tcPr>
                </a:tc>
                <a:extLst>
                  <a:ext uri="{0D108BD9-81ED-4DB2-BD59-A6C34878D82A}">
                    <a16:rowId xmlns:a16="http://schemas.microsoft.com/office/drawing/2014/main" val="1014797097"/>
                  </a:ext>
                </a:extLst>
              </a:tr>
              <a:tr h="161092">
                <a:tc>
                  <a:txBody>
                    <a:bodyPr/>
                    <a:lstStyle/>
                    <a:p>
                      <a:pPr marL="0" marR="0" algn="ctr" rtl="0" fontAlgn="ctr">
                        <a:buNone/>
                      </a:pPr>
                      <a:r>
                        <a:rPr lang="fr-FR" sz="1100" b="1" i="0">
                          <a:solidFill>
                            <a:srgbClr val="000000"/>
                          </a:solidFill>
                          <a:effectLst/>
                          <a:latin typeface="Aptos" panose="020B0004020202020204" pitchFamily="34" charset="0"/>
                        </a:rPr>
                        <a:t>Sharpe Ratio</a:t>
                      </a:r>
                      <a:endParaRPr lang="fr-FR" sz="1100" b="0" i="0">
                        <a:solidFill>
                          <a:srgbClr val="000000"/>
                        </a:solidFill>
                        <a:effectLst/>
                        <a:latin typeface="Aptos" panose="020B00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CF7"/>
                    </a:solidFill>
                  </a:tcPr>
                </a:tc>
                <a:tc>
                  <a:txBody>
                    <a:bodyPr/>
                    <a:lstStyle/>
                    <a:p>
                      <a:pPr marL="0" marR="0" algn="ctr" rtl="0" fontAlgn="ctr">
                        <a:buNone/>
                      </a:pPr>
                      <a:r>
                        <a:rPr lang="fr-FR" sz="1100" b="1" i="0">
                          <a:solidFill>
                            <a:srgbClr val="000000"/>
                          </a:solidFill>
                          <a:effectLst/>
                          <a:latin typeface="Aptos" panose="020B0004020202020204" pitchFamily="34" charset="0"/>
                        </a:rPr>
                        <a:t>0.32</a:t>
                      </a:r>
                      <a:endParaRPr lang="fr-FR" sz="1100" b="0" i="0">
                        <a:solidFill>
                          <a:srgbClr val="000000"/>
                        </a:solidFill>
                        <a:effectLst/>
                        <a:latin typeface="Aptos" panose="020B00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CF7"/>
                    </a:solidFill>
                  </a:tcPr>
                </a:tc>
                <a:tc>
                  <a:txBody>
                    <a:bodyPr/>
                    <a:lstStyle/>
                    <a:p>
                      <a:pPr marL="0" marR="0" algn="ctr" rtl="0" fontAlgn="ctr">
                        <a:buNone/>
                      </a:pPr>
                      <a:r>
                        <a:rPr lang="fr-FR" sz="1100" b="1" i="0">
                          <a:solidFill>
                            <a:srgbClr val="000000"/>
                          </a:solidFill>
                          <a:effectLst/>
                          <a:latin typeface="Aptos" panose="020B0004020202020204" pitchFamily="34" charset="0"/>
                        </a:rPr>
                        <a:t>0.25</a:t>
                      </a:r>
                      <a:endParaRPr lang="fr-FR" sz="1100" b="0" i="0">
                        <a:solidFill>
                          <a:srgbClr val="000000"/>
                        </a:solidFill>
                        <a:effectLst/>
                        <a:latin typeface="Aptos" panose="020B00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CF7"/>
                    </a:solidFill>
                  </a:tcPr>
                </a:tc>
                <a:tc>
                  <a:txBody>
                    <a:bodyPr/>
                    <a:lstStyle/>
                    <a:p>
                      <a:pPr marL="0" marR="0" algn="ctr" rtl="0" fontAlgn="ctr">
                        <a:buNone/>
                      </a:pPr>
                      <a:r>
                        <a:rPr lang="fr-FR" sz="1100" b="1" i="0">
                          <a:solidFill>
                            <a:srgbClr val="000000"/>
                          </a:solidFill>
                          <a:effectLst/>
                          <a:latin typeface="Aptos" panose="020B0004020202020204" pitchFamily="34" charset="0"/>
                        </a:rPr>
                        <a:t>0.75</a:t>
                      </a:r>
                      <a:endParaRPr lang="fr-FR" sz="1100" b="0" i="0">
                        <a:solidFill>
                          <a:srgbClr val="000000"/>
                        </a:solidFill>
                        <a:effectLst/>
                        <a:latin typeface="Aptos" panose="020B00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CF7"/>
                    </a:solidFill>
                  </a:tcPr>
                </a:tc>
                <a:tc>
                  <a:txBody>
                    <a:bodyPr/>
                    <a:lstStyle/>
                    <a:p>
                      <a:pPr marL="0" marR="0" algn="ctr" rtl="0" fontAlgn="ctr">
                        <a:buNone/>
                      </a:pPr>
                      <a:r>
                        <a:rPr lang="fr-FR" sz="1100" b="1" i="0">
                          <a:solidFill>
                            <a:srgbClr val="000000"/>
                          </a:solidFill>
                          <a:effectLst/>
                          <a:latin typeface="Aptos" panose="020B0004020202020204" pitchFamily="34" charset="0"/>
                        </a:rPr>
                        <a:t>0.29</a:t>
                      </a:r>
                      <a:endParaRPr lang="fr-FR" sz="1100" b="0" i="0">
                        <a:solidFill>
                          <a:srgbClr val="000000"/>
                        </a:solidFill>
                        <a:effectLst/>
                        <a:latin typeface="Aptos" panose="020B00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CF7"/>
                    </a:solidFill>
                  </a:tcPr>
                </a:tc>
                <a:tc>
                  <a:txBody>
                    <a:bodyPr/>
                    <a:lstStyle/>
                    <a:p>
                      <a:pPr marL="0" marR="0" algn="ctr" rtl="0" fontAlgn="ctr">
                        <a:buNone/>
                      </a:pPr>
                      <a:r>
                        <a:rPr lang="fr-FR" sz="1100" b="1" i="0">
                          <a:solidFill>
                            <a:srgbClr val="000000"/>
                          </a:solidFill>
                          <a:effectLst/>
                          <a:latin typeface="Aptos" panose="020B0004020202020204" pitchFamily="34" charset="0"/>
                        </a:rPr>
                        <a:t>1.84</a:t>
                      </a:r>
                      <a:endParaRPr lang="fr-FR" sz="1100" b="0" i="0">
                        <a:solidFill>
                          <a:srgbClr val="000000"/>
                        </a:solidFill>
                        <a:effectLst/>
                        <a:latin typeface="Aptos" panose="020B00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CF7"/>
                    </a:solidFill>
                  </a:tcPr>
                </a:tc>
                <a:tc>
                  <a:txBody>
                    <a:bodyPr/>
                    <a:lstStyle/>
                    <a:p>
                      <a:pPr marL="0" marR="0" algn="ctr" rtl="0" fontAlgn="ctr">
                        <a:buNone/>
                      </a:pPr>
                      <a:r>
                        <a:rPr lang="fr-FR" sz="1100" b="1" i="0">
                          <a:solidFill>
                            <a:srgbClr val="000000"/>
                          </a:solidFill>
                          <a:effectLst/>
                          <a:latin typeface="Aptos" panose="020B0004020202020204" pitchFamily="34" charset="0"/>
                        </a:rPr>
                        <a:t>1.02</a:t>
                      </a:r>
                      <a:endParaRPr lang="fr-FR" sz="1100" b="0" i="0">
                        <a:solidFill>
                          <a:srgbClr val="000000"/>
                        </a:solidFill>
                        <a:effectLst/>
                        <a:latin typeface="Aptos" panose="020B00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CF7"/>
                    </a:solidFill>
                  </a:tcPr>
                </a:tc>
                <a:extLst>
                  <a:ext uri="{0D108BD9-81ED-4DB2-BD59-A6C34878D82A}">
                    <a16:rowId xmlns:a16="http://schemas.microsoft.com/office/drawing/2014/main" val="409626469"/>
                  </a:ext>
                </a:extLst>
              </a:tr>
              <a:tr h="281937">
                <a:tc>
                  <a:txBody>
                    <a:bodyPr/>
                    <a:lstStyle/>
                    <a:p>
                      <a:pPr marL="0" marR="0" algn="ctr" rtl="0" fontAlgn="ctr">
                        <a:buNone/>
                      </a:pPr>
                      <a:r>
                        <a:rPr lang="fr-FR" sz="1100" b="1" i="0">
                          <a:solidFill>
                            <a:srgbClr val="000000"/>
                          </a:solidFill>
                          <a:effectLst/>
                          <a:latin typeface="Aptos" panose="020B0004020202020204" pitchFamily="34" charset="0"/>
                        </a:rPr>
                        <a:t>Max Drawdown</a:t>
                      </a:r>
                      <a:endParaRPr lang="fr-FR" sz="1100" b="0" i="0">
                        <a:solidFill>
                          <a:srgbClr val="000000"/>
                        </a:solidFill>
                        <a:effectLst/>
                        <a:latin typeface="Aptos" panose="020B00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8EF"/>
                    </a:solidFill>
                  </a:tcPr>
                </a:tc>
                <a:tc>
                  <a:txBody>
                    <a:bodyPr/>
                    <a:lstStyle/>
                    <a:p>
                      <a:pPr marL="0" marR="0" algn="ctr" rtl="0" fontAlgn="ctr">
                        <a:buNone/>
                      </a:pPr>
                      <a:r>
                        <a:rPr lang="fr-FR" sz="1100" b="1" i="0">
                          <a:solidFill>
                            <a:srgbClr val="000000"/>
                          </a:solidFill>
                          <a:effectLst/>
                          <a:latin typeface="Aptos" panose="020B0004020202020204" pitchFamily="34" charset="0"/>
                        </a:rPr>
                        <a:t>-47.94%</a:t>
                      </a:r>
                      <a:endParaRPr lang="fr-FR" sz="1100" b="0" i="0">
                        <a:solidFill>
                          <a:srgbClr val="000000"/>
                        </a:solidFill>
                        <a:effectLst/>
                        <a:latin typeface="Aptos" panose="020B00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8EF"/>
                    </a:solidFill>
                  </a:tcPr>
                </a:tc>
                <a:tc>
                  <a:txBody>
                    <a:bodyPr/>
                    <a:lstStyle/>
                    <a:p>
                      <a:pPr marL="0" marR="0" algn="ctr" rtl="0" fontAlgn="ctr">
                        <a:buNone/>
                      </a:pPr>
                      <a:r>
                        <a:rPr lang="fr-FR" sz="1100" b="1" i="0">
                          <a:solidFill>
                            <a:srgbClr val="000000"/>
                          </a:solidFill>
                          <a:effectLst/>
                          <a:latin typeface="Aptos" panose="020B0004020202020204" pitchFamily="34" charset="0"/>
                        </a:rPr>
                        <a:t>-30.19%</a:t>
                      </a:r>
                      <a:endParaRPr lang="fr-FR" sz="1100" b="0" i="0">
                        <a:solidFill>
                          <a:srgbClr val="000000"/>
                        </a:solidFill>
                        <a:effectLst/>
                        <a:latin typeface="Aptos" panose="020B00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8EF"/>
                    </a:solidFill>
                  </a:tcPr>
                </a:tc>
                <a:tc>
                  <a:txBody>
                    <a:bodyPr/>
                    <a:lstStyle/>
                    <a:p>
                      <a:pPr marL="0" marR="0" algn="ctr" rtl="0" fontAlgn="ctr">
                        <a:buNone/>
                      </a:pPr>
                      <a:r>
                        <a:rPr lang="fr-FR" sz="1100" b="1" i="0">
                          <a:solidFill>
                            <a:srgbClr val="000000"/>
                          </a:solidFill>
                          <a:effectLst/>
                          <a:latin typeface="Aptos" panose="020B0004020202020204" pitchFamily="34" charset="0"/>
                        </a:rPr>
                        <a:t>-23.13%</a:t>
                      </a:r>
                      <a:endParaRPr lang="fr-FR" sz="1100" b="0" i="0">
                        <a:solidFill>
                          <a:srgbClr val="000000"/>
                        </a:solidFill>
                        <a:effectLst/>
                        <a:latin typeface="Aptos" panose="020B00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8EF"/>
                    </a:solidFill>
                  </a:tcPr>
                </a:tc>
                <a:tc>
                  <a:txBody>
                    <a:bodyPr/>
                    <a:lstStyle/>
                    <a:p>
                      <a:pPr marL="0" marR="0" algn="ctr" rtl="0" fontAlgn="ctr">
                        <a:buNone/>
                      </a:pPr>
                      <a:r>
                        <a:rPr lang="fr-FR" sz="1100" b="1" i="0">
                          <a:solidFill>
                            <a:srgbClr val="000000"/>
                          </a:solidFill>
                          <a:effectLst/>
                          <a:latin typeface="Aptos" panose="020B0004020202020204" pitchFamily="34" charset="0"/>
                        </a:rPr>
                        <a:t>-28.22%</a:t>
                      </a:r>
                      <a:endParaRPr lang="fr-FR" sz="1100" b="0" i="0">
                        <a:solidFill>
                          <a:srgbClr val="000000"/>
                        </a:solidFill>
                        <a:effectLst/>
                        <a:latin typeface="Aptos" panose="020B00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8EF"/>
                    </a:solidFill>
                  </a:tcPr>
                </a:tc>
                <a:tc>
                  <a:txBody>
                    <a:bodyPr/>
                    <a:lstStyle/>
                    <a:p>
                      <a:pPr marL="0" marR="0" algn="ctr" rtl="0" fontAlgn="ctr">
                        <a:buNone/>
                      </a:pPr>
                      <a:r>
                        <a:rPr lang="fr-FR" sz="1100" b="1" i="0">
                          <a:solidFill>
                            <a:srgbClr val="000000"/>
                          </a:solidFill>
                          <a:effectLst/>
                          <a:latin typeface="Aptos" panose="020B0004020202020204" pitchFamily="34" charset="0"/>
                        </a:rPr>
                        <a:t>-20.31%</a:t>
                      </a:r>
                      <a:endParaRPr lang="fr-FR" sz="1100" b="0" i="0">
                        <a:solidFill>
                          <a:srgbClr val="000000"/>
                        </a:solidFill>
                        <a:effectLst/>
                        <a:latin typeface="Aptos" panose="020B00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8EF"/>
                    </a:solidFill>
                  </a:tcPr>
                </a:tc>
                <a:tc>
                  <a:txBody>
                    <a:bodyPr/>
                    <a:lstStyle/>
                    <a:p>
                      <a:pPr marL="0" marR="0" algn="ctr" rtl="0" fontAlgn="ctr">
                        <a:buNone/>
                      </a:pPr>
                      <a:r>
                        <a:rPr lang="fr-FR" sz="1100" b="1" i="0">
                          <a:solidFill>
                            <a:srgbClr val="000000"/>
                          </a:solidFill>
                          <a:effectLst/>
                          <a:latin typeface="Aptos" panose="020B0004020202020204" pitchFamily="34" charset="0"/>
                        </a:rPr>
                        <a:t>-18.49%</a:t>
                      </a:r>
                      <a:endParaRPr lang="fr-FR" sz="1100" b="0" i="0">
                        <a:solidFill>
                          <a:srgbClr val="000000"/>
                        </a:solidFill>
                        <a:effectLst/>
                        <a:latin typeface="Aptos" panose="020B00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D8EF"/>
                    </a:solidFill>
                  </a:tcPr>
                </a:tc>
                <a:extLst>
                  <a:ext uri="{0D108BD9-81ED-4DB2-BD59-A6C34878D82A}">
                    <a16:rowId xmlns:a16="http://schemas.microsoft.com/office/drawing/2014/main" val="2501495035"/>
                  </a:ext>
                </a:extLst>
              </a:tr>
              <a:tr h="161092">
                <a:tc>
                  <a:txBody>
                    <a:bodyPr/>
                    <a:lstStyle/>
                    <a:p>
                      <a:pPr marL="0" marR="0" algn="ctr" rtl="0" fontAlgn="ctr">
                        <a:buNone/>
                      </a:pPr>
                      <a:r>
                        <a:rPr lang="fr-FR" sz="1100" b="1" i="0">
                          <a:solidFill>
                            <a:srgbClr val="000000"/>
                          </a:solidFill>
                          <a:effectLst/>
                          <a:latin typeface="Aptos" panose="020B0004020202020204" pitchFamily="34" charset="0"/>
                        </a:rPr>
                        <a:t>Corrélation</a:t>
                      </a:r>
                      <a:endParaRPr lang="fr-FR" sz="1100" b="0" i="0">
                        <a:solidFill>
                          <a:srgbClr val="000000"/>
                        </a:solidFill>
                        <a:effectLst/>
                        <a:latin typeface="Aptos" panose="020B00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CF7"/>
                    </a:solidFill>
                  </a:tcPr>
                </a:tc>
                <a:tc gridSpan="2">
                  <a:txBody>
                    <a:bodyPr/>
                    <a:lstStyle/>
                    <a:p>
                      <a:pPr marL="0" marR="0" algn="ctr" rtl="0" fontAlgn="ctr">
                        <a:buNone/>
                      </a:pPr>
                      <a:r>
                        <a:rPr lang="fr-FR" sz="1100" b="1" i="0">
                          <a:solidFill>
                            <a:srgbClr val="000000"/>
                          </a:solidFill>
                          <a:effectLst/>
                          <a:latin typeface="Aptos" panose="020B0004020202020204" pitchFamily="34" charset="0"/>
                        </a:rPr>
                        <a:t>73.44%</a:t>
                      </a:r>
                      <a:endParaRPr lang="fr-FR" sz="1100" b="0" i="0">
                        <a:solidFill>
                          <a:srgbClr val="000000"/>
                        </a:solidFill>
                        <a:effectLst/>
                        <a:latin typeface="Aptos" panose="020B00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CF7"/>
                    </a:solidFill>
                  </a:tcPr>
                </a:tc>
                <a:tc hMerge="1">
                  <a:txBody>
                    <a:bodyPr/>
                    <a:lstStyle/>
                    <a:p>
                      <a:endParaRPr lang="fr-FR"/>
                    </a:p>
                  </a:txBody>
                  <a:tcPr/>
                </a:tc>
                <a:tc gridSpan="2">
                  <a:txBody>
                    <a:bodyPr/>
                    <a:lstStyle/>
                    <a:p>
                      <a:pPr marL="0" marR="0" algn="ctr" rtl="0" fontAlgn="ctr">
                        <a:buNone/>
                      </a:pPr>
                      <a:r>
                        <a:rPr lang="fr-FR" sz="1100" b="1" i="0">
                          <a:solidFill>
                            <a:srgbClr val="000000"/>
                          </a:solidFill>
                          <a:effectLst/>
                          <a:latin typeface="Aptos" panose="020B0004020202020204" pitchFamily="34" charset="0"/>
                        </a:rPr>
                        <a:t>74.53%</a:t>
                      </a:r>
                      <a:endParaRPr lang="fr-FR" sz="1100" b="0" i="0">
                        <a:solidFill>
                          <a:srgbClr val="000000"/>
                        </a:solidFill>
                        <a:effectLst/>
                        <a:latin typeface="Aptos" panose="020B00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CF7"/>
                    </a:solidFill>
                  </a:tcPr>
                </a:tc>
                <a:tc hMerge="1">
                  <a:txBody>
                    <a:bodyPr/>
                    <a:lstStyle/>
                    <a:p>
                      <a:endParaRPr lang="fr-FR"/>
                    </a:p>
                  </a:txBody>
                  <a:tcPr/>
                </a:tc>
                <a:tc gridSpan="2">
                  <a:txBody>
                    <a:bodyPr/>
                    <a:lstStyle/>
                    <a:p>
                      <a:pPr marL="0" marR="0" algn="ctr" rtl="0" fontAlgn="ctr">
                        <a:buNone/>
                      </a:pPr>
                      <a:r>
                        <a:rPr lang="fr-FR" sz="1100" b="1" i="0" dirty="0">
                          <a:solidFill>
                            <a:srgbClr val="000000"/>
                          </a:solidFill>
                          <a:effectLst/>
                          <a:latin typeface="Aptos" panose="020B0004020202020204" pitchFamily="34" charset="0"/>
                        </a:rPr>
                        <a:t>81.77%</a:t>
                      </a:r>
                      <a:endParaRPr lang="fr-FR" sz="1100" b="0" i="0" dirty="0">
                        <a:solidFill>
                          <a:srgbClr val="000000"/>
                        </a:solidFill>
                        <a:effectLst/>
                        <a:latin typeface="Aptos" panose="020B000402020202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CF7"/>
                    </a:solidFill>
                  </a:tcPr>
                </a:tc>
                <a:tc hMerge="1">
                  <a:txBody>
                    <a:bodyPr/>
                    <a:lstStyle/>
                    <a:p>
                      <a:endParaRPr lang="fr-FR"/>
                    </a:p>
                  </a:txBody>
                  <a:tcPr/>
                </a:tc>
                <a:extLst>
                  <a:ext uri="{0D108BD9-81ED-4DB2-BD59-A6C34878D82A}">
                    <a16:rowId xmlns:a16="http://schemas.microsoft.com/office/drawing/2014/main" val="3938909885"/>
                  </a:ext>
                </a:extLst>
              </a:tr>
            </a:tbl>
          </a:graphicData>
        </a:graphic>
      </p:graphicFrame>
    </p:spTree>
    <p:extLst>
      <p:ext uri="{BB962C8B-B14F-4D97-AF65-F5344CB8AC3E}">
        <p14:creationId xmlns:p14="http://schemas.microsoft.com/office/powerpoint/2010/main" val="923867198"/>
      </p:ext>
    </p:extLst>
  </p:cSld>
  <p:clrMapOvr>
    <a:masterClrMapping/>
  </p:clrMapOvr>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ustom 1">
      <a:majorFont>
        <a:latin typeface="Grandview"/>
        <a:ea typeface=""/>
        <a:cs typeface=""/>
      </a:majorFont>
      <a:minorFont>
        <a:latin typeface="Grandview"/>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lumMod val="50000"/>
          </a:schemeClr>
        </a:solidFill>
        <a:ln>
          <a:noFill/>
        </a:ln>
      </a:spPr>
      <a:bodyPr rtlCol="0" anchor="ctr"/>
      <a:lstStyle>
        <a:defPPr algn="ctr">
          <a:defRPr sz="1000" dirty="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noAutofit/>
      </a:bodyPr>
      <a:lstStyle>
        <a:defPPr marL="171450" indent="-171450" algn="l">
          <a:buFont typeface="Wingdings" panose="05000000000000000000" pitchFamily="2" charset="2"/>
          <a:buChar char="§"/>
          <a:defRPr sz="10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6e5c58bc-97d1-47b9-a190-228fff1e92ed">
      <Terms xmlns="http://schemas.microsoft.com/office/infopath/2007/PartnerControls"/>
    </lcf76f155ced4ddcb4097134ff3c332f>
    <TaxCatchAll xmlns="5e70506a-5657-4723-bc3b-809e8c3087f8"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BE5386E04A0254ABCF9E9244AFA8CF5" ma:contentTypeVersion="12" ma:contentTypeDescription="Crée un document." ma:contentTypeScope="" ma:versionID="a03ed61549b818d9e628ddc79f0091b8">
  <xsd:schema xmlns:xsd="http://www.w3.org/2001/XMLSchema" xmlns:xs="http://www.w3.org/2001/XMLSchema" xmlns:p="http://schemas.microsoft.com/office/2006/metadata/properties" xmlns:ns2="6e5c58bc-97d1-47b9-a190-228fff1e92ed" xmlns:ns3="5e70506a-5657-4723-bc3b-809e8c3087f8" targetNamespace="http://schemas.microsoft.com/office/2006/metadata/properties" ma:root="true" ma:fieldsID="c435f0bc9792c3cc7369d1f35d69e8d8" ns2:_="" ns3:_="">
    <xsd:import namespace="6e5c58bc-97d1-47b9-a190-228fff1e92ed"/>
    <xsd:import namespace="5e70506a-5657-4723-bc3b-809e8c3087f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5c58bc-97d1-47b9-a190-228fff1e92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be44c984-309b-48a8-a1c0-bdd912c2ee83"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Location" ma:index="19"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e70506a-5657-4723-bc3b-809e8c3087f8"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0514108-d441-4a8a-80bd-9d5abc02dc48}" ma:internalName="TaxCatchAll" ma:showField="CatchAllData" ma:web="5e70506a-5657-4723-bc3b-809e8c3087f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7124DF0-89AB-4684-90FA-D16F763C8033}">
  <ds:schemaRefs>
    <ds:schemaRef ds:uri="http://schemas.microsoft.com/sharepoint/v3/contenttype/forms"/>
  </ds:schemaRefs>
</ds:datastoreItem>
</file>

<file path=customXml/itemProps2.xml><?xml version="1.0" encoding="utf-8"?>
<ds:datastoreItem xmlns:ds="http://schemas.openxmlformats.org/officeDocument/2006/customXml" ds:itemID="{BEEF6959-6DDE-4529-B064-6CA5AD9524E7}">
  <ds:schemaRefs>
    <ds:schemaRef ds:uri="http://schemas.microsoft.com/office/infopath/2007/PartnerControls"/>
    <ds:schemaRef ds:uri="6e5c58bc-97d1-47b9-a190-228fff1e92ed"/>
    <ds:schemaRef ds:uri="http://schemas.openxmlformats.org/package/2006/metadata/core-properties"/>
    <ds:schemaRef ds:uri="http://purl.org/dc/terms/"/>
    <ds:schemaRef ds:uri="http://purl.org/dc/dcmitype/"/>
    <ds:schemaRef ds:uri="5e70506a-5657-4723-bc3b-809e8c3087f8"/>
    <ds:schemaRef ds:uri="http://schemas.microsoft.com/office/2006/documentManagement/types"/>
    <ds:schemaRef ds:uri="http://purl.org/dc/elements/1.1/"/>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62CB87AF-2214-402F-836B-561AEC04F4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e5c58bc-97d1-47b9-a190-228fff1e92ed"/>
    <ds:schemaRef ds:uri="5e70506a-5657-4723-bc3b-809e8c3087f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8</TotalTime>
  <Words>289</Words>
  <Application>Microsoft Office PowerPoint</Application>
  <PresentationFormat>Format A4 (210 x 297 mm)</PresentationFormat>
  <Paragraphs>65</Paragraphs>
  <Slides>1</Slides>
  <Notes>1</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vt:i4>
      </vt:variant>
    </vt:vector>
  </HeadingPairs>
  <TitlesOfParts>
    <vt:vector size="6" baseType="lpstr">
      <vt:lpstr>Aptos</vt:lpstr>
      <vt:lpstr>Arial</vt:lpstr>
      <vt:lpstr>Grandview</vt:lpstr>
      <vt:lpstr>Montserrat</vt:lpstr>
      <vt:lpstr>Office Theme</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Office Nexo</dc:creator>
  <cp:lastModifiedBy>JEAN Maxence</cp:lastModifiedBy>
  <cp:revision>643</cp:revision>
  <dcterms:created xsi:type="dcterms:W3CDTF">2023-03-10T18:41:51Z</dcterms:created>
  <dcterms:modified xsi:type="dcterms:W3CDTF">2026-10-02T14:45:49Z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0x010100EBE5386E04A0254ABCF9E9244AFA8CF5</vt:lpwstr>
  </property>
  <property fmtid="{D5CDD505-2E9C-101B-9397-08002B2CF9AE}" pid="3" name="Order">
    <vt:r8>3001200</vt:r8>
  </property>
  <property fmtid="{D5CDD505-2E9C-101B-9397-08002B2CF9AE}" pid="4" name="MediaServiceImageTags">
    <vt:lpwstr/>
  </property>
</Properties>
</file>